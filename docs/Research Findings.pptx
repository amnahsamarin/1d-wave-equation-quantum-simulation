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34"/>
  </p:notesMasterIdLst>
  <p:handoutMasterIdLst>
    <p:handoutMasterId r:id="rId35"/>
  </p:handoutMasterIdLst>
  <p:sldIdLst>
    <p:sldId id="281" r:id="rId5"/>
    <p:sldId id="410" r:id="rId6"/>
    <p:sldId id="391" r:id="rId7"/>
    <p:sldId id="389" r:id="rId8"/>
    <p:sldId id="394" r:id="rId9"/>
    <p:sldId id="395" r:id="rId10"/>
    <p:sldId id="397" r:id="rId11"/>
    <p:sldId id="396" r:id="rId12"/>
    <p:sldId id="398" r:id="rId13"/>
    <p:sldId id="399" r:id="rId14"/>
    <p:sldId id="404" r:id="rId15"/>
    <p:sldId id="405" r:id="rId16"/>
    <p:sldId id="400" r:id="rId17"/>
    <p:sldId id="406" r:id="rId18"/>
    <p:sldId id="407" r:id="rId19"/>
    <p:sldId id="401" r:id="rId20"/>
    <p:sldId id="402" r:id="rId21"/>
    <p:sldId id="403" r:id="rId22"/>
    <p:sldId id="408" r:id="rId23"/>
    <p:sldId id="409" r:id="rId24"/>
    <p:sldId id="393" r:id="rId25"/>
    <p:sldId id="411" r:id="rId26"/>
    <p:sldId id="412" r:id="rId27"/>
    <p:sldId id="413" r:id="rId28"/>
    <p:sldId id="414" r:id="rId29"/>
    <p:sldId id="415" r:id="rId30"/>
    <p:sldId id="366" r:id="rId31"/>
    <p:sldId id="384" r:id="rId32"/>
    <p:sldId id="37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60" userDrawn="1">
          <p15:clr>
            <a:srgbClr val="A4A3A4"/>
          </p15:clr>
        </p15:guide>
        <p15:guide id="2" pos="7392"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4510" autoAdjust="0"/>
  </p:normalViewPr>
  <p:slideViewPr>
    <p:cSldViewPr snapToGrid="0">
      <p:cViewPr varScale="1">
        <p:scale>
          <a:sx n="87" d="100"/>
          <a:sy n="87" d="100"/>
        </p:scale>
        <p:origin x="422" y="72"/>
      </p:cViewPr>
      <p:guideLst>
        <p:guide pos="360"/>
        <p:guide pos="7392"/>
        <p:guide orient="horz" pos="2160"/>
      </p:guideLst>
    </p:cSldViewPr>
  </p:slideViewPr>
  <p:notesTextViewPr>
    <p:cViewPr>
      <p:scale>
        <a:sx n="1" d="1"/>
        <a:sy n="1" d="1"/>
      </p:scale>
      <p:origin x="0" y="0"/>
    </p:cViewPr>
  </p:notesTextViewPr>
  <p:sorterViewPr>
    <p:cViewPr>
      <p:scale>
        <a:sx n="100" d="100"/>
        <a:sy n="100" d="100"/>
      </p:scale>
      <p:origin x="0" y="-299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B018AA-DEA7-448F-AE2F-C3D13A0F02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FB87A71-96EB-4108-95A3-855A4C3601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8647F05-0506-494A-8060-3F395B947DF9}" type="datetimeFigureOut">
              <a:rPr lang="en-US" smtClean="0"/>
              <a:t>12/11/2025</a:t>
            </a:fld>
            <a:endParaRPr lang="en-US" dirty="0"/>
          </a:p>
        </p:txBody>
      </p:sp>
      <p:sp>
        <p:nvSpPr>
          <p:cNvPr id="4" name="Footer Placeholder 3">
            <a:extLst>
              <a:ext uri="{FF2B5EF4-FFF2-40B4-BE49-F238E27FC236}">
                <a16:creationId xmlns:a16="http://schemas.microsoft.com/office/drawing/2014/main" id="{9445591A-E83D-4F8A-B064-12B29D3154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7AF2308-535F-471C-9423-3467454C92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61E857-36B8-43F1-9D87-FE508167BCE3}" type="slidenum">
              <a:rPr lang="en-US" smtClean="0"/>
              <a:t>‹#›</a:t>
            </a:fld>
            <a:endParaRPr lang="en-US" dirty="0"/>
          </a:p>
        </p:txBody>
      </p:sp>
    </p:spTree>
    <p:extLst>
      <p:ext uri="{BB962C8B-B14F-4D97-AF65-F5344CB8AC3E}">
        <p14:creationId xmlns:p14="http://schemas.microsoft.com/office/powerpoint/2010/main" val="14002314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BC0A13-3F3D-45D4-B17C-1E0ACF36A6FB}" type="datetimeFigureOut">
              <a:rPr lang="en-US" smtClean="0"/>
              <a:t>12/11/2025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FAAAB6-A2C6-4A85-A3A1-98EFBA61C967}" type="slidenum">
              <a:rPr lang="en-US" smtClean="0"/>
              <a:t>‹#›</a:t>
            </a:fld>
            <a:endParaRPr lang="en-US" dirty="0"/>
          </a:p>
        </p:txBody>
      </p:sp>
    </p:spTree>
    <p:extLst>
      <p:ext uri="{BB962C8B-B14F-4D97-AF65-F5344CB8AC3E}">
        <p14:creationId xmlns:p14="http://schemas.microsoft.com/office/powerpoint/2010/main" val="2076752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effectLst/>
              <a:latin typeface="Segoe UI" panose="020B0502040204020203" pitchFamily="34" charset="0"/>
            </a:endParaRPr>
          </a:p>
          <a:p>
            <a:r>
              <a:rPr lang="en-US" dirty="0"/>
              <a:t>ID=d924773e-9a16-4d6d-9803-8cb819e99682
Recipe=text_billboard
Type=TextOnly
Variant=0
FamilyID=AccentBoxWalbaum_Zero</a:t>
            </a:r>
          </a:p>
        </p:txBody>
      </p:sp>
      <p:sp>
        <p:nvSpPr>
          <p:cNvPr id="4" name="Slide Number Placeholder 3"/>
          <p:cNvSpPr>
            <a:spLocks noGrp="1"/>
          </p:cNvSpPr>
          <p:nvPr>
            <p:ph type="sldNum" sz="quarter" idx="5"/>
          </p:nvPr>
        </p:nvSpPr>
        <p:spPr/>
        <p:txBody>
          <a:bodyPr/>
          <a:lstStyle/>
          <a:p>
            <a:fld id="{8EAA36B1-75F6-458C-B388-8BC01E9857C8}" type="slidenum">
              <a:rPr lang="en-US" smtClean="0"/>
              <a:t>1</a:t>
            </a:fld>
            <a:endParaRPr lang="en-US" dirty="0"/>
          </a:p>
        </p:txBody>
      </p:sp>
    </p:spTree>
    <p:extLst>
      <p:ext uri="{BB962C8B-B14F-4D97-AF65-F5344CB8AC3E}">
        <p14:creationId xmlns:p14="http://schemas.microsoft.com/office/powerpoint/2010/main" val="270320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Schrödingerization</a:t>
            </a:r>
            <a:r>
              <a:rPr lang="en-US" dirty="0"/>
              <a:t>: Embedding the System into a Unitary Quantum Form</a:t>
            </a:r>
            <a:endParaRPr lang="en-NL" dirty="0"/>
          </a:p>
        </p:txBody>
      </p:sp>
      <p:sp>
        <p:nvSpPr>
          <p:cNvPr id="4" name="Slide Number Placeholder 3"/>
          <p:cNvSpPr>
            <a:spLocks noGrp="1"/>
          </p:cNvSpPr>
          <p:nvPr>
            <p:ph type="sldNum" sz="quarter" idx="5"/>
          </p:nvPr>
        </p:nvSpPr>
        <p:spPr/>
        <p:txBody>
          <a:bodyPr/>
          <a:lstStyle/>
          <a:p>
            <a:fld id="{BCFAAAB6-A2C6-4A85-A3A1-98EFBA61C967}" type="slidenum">
              <a:rPr lang="en-US" smtClean="0"/>
              <a:t>8</a:t>
            </a:fld>
            <a:endParaRPr lang="en-US" dirty="0"/>
          </a:p>
        </p:txBody>
      </p:sp>
    </p:spTree>
    <p:extLst>
      <p:ext uri="{BB962C8B-B14F-4D97-AF65-F5344CB8AC3E}">
        <p14:creationId xmlns:p14="http://schemas.microsoft.com/office/powerpoint/2010/main" val="355197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Summery</a:t>
            </a:r>
            <a:endParaRPr lang="en-NL" dirty="0"/>
          </a:p>
        </p:txBody>
      </p:sp>
      <p:sp>
        <p:nvSpPr>
          <p:cNvPr id="4" name="Slide Number Placeholder 3"/>
          <p:cNvSpPr>
            <a:spLocks noGrp="1"/>
          </p:cNvSpPr>
          <p:nvPr>
            <p:ph type="sldNum" sz="quarter" idx="5"/>
          </p:nvPr>
        </p:nvSpPr>
        <p:spPr/>
        <p:txBody>
          <a:bodyPr/>
          <a:lstStyle/>
          <a:p>
            <a:fld id="{BCFAAAB6-A2C6-4A85-A3A1-98EFBA61C967}" type="slidenum">
              <a:rPr lang="en-US" smtClean="0"/>
              <a:t>9</a:t>
            </a:fld>
            <a:endParaRPr lang="en-US" dirty="0"/>
          </a:p>
        </p:txBody>
      </p:sp>
    </p:spTree>
    <p:extLst>
      <p:ext uri="{BB962C8B-B14F-4D97-AF65-F5344CB8AC3E}">
        <p14:creationId xmlns:p14="http://schemas.microsoft.com/office/powerpoint/2010/main" val="39769507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023FF-97B6-8587-04A9-F594917572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9DD75C-AB5A-299C-758F-78B868685C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3AC247-303B-2D85-ABFF-72BC7AA17476}"/>
              </a:ext>
            </a:extLst>
          </p:cNvPr>
          <p:cNvSpPr>
            <a:spLocks noGrp="1"/>
          </p:cNvSpPr>
          <p:nvPr>
            <p:ph type="body" idx="1"/>
          </p:nvPr>
        </p:nvSpPr>
        <p:spPr/>
        <p:txBody>
          <a:bodyPr/>
          <a:lstStyle/>
          <a:p>
            <a:r>
              <a:rPr lang="en-US" dirty="0"/>
              <a:t>Summery</a:t>
            </a:r>
            <a:endParaRPr lang="en-NL" dirty="0"/>
          </a:p>
        </p:txBody>
      </p:sp>
      <p:sp>
        <p:nvSpPr>
          <p:cNvPr id="4" name="Slide Number Placeholder 3">
            <a:extLst>
              <a:ext uri="{FF2B5EF4-FFF2-40B4-BE49-F238E27FC236}">
                <a16:creationId xmlns:a16="http://schemas.microsoft.com/office/drawing/2014/main" id="{78BDB64E-4529-DDC1-B896-59B74EE7A313}"/>
              </a:ext>
            </a:extLst>
          </p:cNvPr>
          <p:cNvSpPr>
            <a:spLocks noGrp="1"/>
          </p:cNvSpPr>
          <p:nvPr>
            <p:ph type="sldNum" sz="quarter" idx="5"/>
          </p:nvPr>
        </p:nvSpPr>
        <p:spPr/>
        <p:txBody>
          <a:bodyPr/>
          <a:lstStyle/>
          <a:p>
            <a:fld id="{BCFAAAB6-A2C6-4A85-A3A1-98EFBA61C967}" type="slidenum">
              <a:rPr lang="en-US" smtClean="0"/>
              <a:t>10</a:t>
            </a:fld>
            <a:endParaRPr lang="en-US" dirty="0"/>
          </a:p>
        </p:txBody>
      </p:sp>
    </p:spTree>
    <p:extLst>
      <p:ext uri="{BB962C8B-B14F-4D97-AF65-F5344CB8AC3E}">
        <p14:creationId xmlns:p14="http://schemas.microsoft.com/office/powerpoint/2010/main" val="1200655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BCFAAAB6-A2C6-4A85-A3A1-98EFBA61C967}" type="slidenum">
              <a:rPr lang="en-US" smtClean="0"/>
              <a:t>21</a:t>
            </a:fld>
            <a:endParaRPr lang="en-US" dirty="0"/>
          </a:p>
        </p:txBody>
      </p:sp>
    </p:spTree>
    <p:extLst>
      <p:ext uri="{BB962C8B-B14F-4D97-AF65-F5344CB8AC3E}">
        <p14:creationId xmlns:p14="http://schemas.microsoft.com/office/powerpoint/2010/main" val="25405880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33C10-54A2-AE25-EAD8-D220514BFC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4F8D04-7174-EDF2-9D63-AA3FDE28A7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EF6DC7-53DA-1075-71E9-6F109405FF96}"/>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AFD4BFC8-DBBE-C842-50CC-278E1C534994}"/>
              </a:ext>
            </a:extLst>
          </p:cNvPr>
          <p:cNvSpPr>
            <a:spLocks noGrp="1"/>
          </p:cNvSpPr>
          <p:nvPr>
            <p:ph type="sldNum" sz="quarter" idx="5"/>
          </p:nvPr>
        </p:nvSpPr>
        <p:spPr/>
        <p:txBody>
          <a:bodyPr/>
          <a:lstStyle/>
          <a:p>
            <a:fld id="{BCFAAAB6-A2C6-4A85-A3A1-98EFBA61C967}" type="slidenum">
              <a:rPr lang="en-US" smtClean="0"/>
              <a:t>22</a:t>
            </a:fld>
            <a:endParaRPr lang="en-US" dirty="0"/>
          </a:p>
        </p:txBody>
      </p:sp>
    </p:spTree>
    <p:extLst>
      <p:ext uri="{BB962C8B-B14F-4D97-AF65-F5344CB8AC3E}">
        <p14:creationId xmlns:p14="http://schemas.microsoft.com/office/powerpoint/2010/main" val="2009728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5782B-0899-4C0E-99F6-2E3B24AC9F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D6B36C-09AB-850F-8E3A-9FA1D16F1D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3DBD05-94BE-8D4A-B0C8-FFF75BC28D61}"/>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1504BCF4-356C-B24B-94A9-2328CAB214C4}"/>
              </a:ext>
            </a:extLst>
          </p:cNvPr>
          <p:cNvSpPr>
            <a:spLocks noGrp="1"/>
          </p:cNvSpPr>
          <p:nvPr>
            <p:ph type="sldNum" sz="quarter" idx="5"/>
          </p:nvPr>
        </p:nvSpPr>
        <p:spPr/>
        <p:txBody>
          <a:bodyPr/>
          <a:lstStyle/>
          <a:p>
            <a:fld id="{BCFAAAB6-A2C6-4A85-A3A1-98EFBA61C967}" type="slidenum">
              <a:rPr lang="en-US" smtClean="0"/>
              <a:t>23</a:t>
            </a:fld>
            <a:endParaRPr lang="en-US" dirty="0"/>
          </a:p>
        </p:txBody>
      </p:sp>
    </p:spTree>
    <p:extLst>
      <p:ext uri="{BB962C8B-B14F-4D97-AF65-F5344CB8AC3E}">
        <p14:creationId xmlns:p14="http://schemas.microsoft.com/office/powerpoint/2010/main" val="334325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86707-46FA-667F-F570-15C83C1B8C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0F92A-C8A7-C787-7513-9079EBE80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7976FE-3012-2752-B264-484B478AC02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65DD20C6-4924-401E-9A4D-6C0ECF212AA6}"/>
              </a:ext>
            </a:extLst>
          </p:cNvPr>
          <p:cNvSpPr>
            <a:spLocks noGrp="1"/>
          </p:cNvSpPr>
          <p:nvPr>
            <p:ph type="sldNum" sz="quarter" idx="5"/>
          </p:nvPr>
        </p:nvSpPr>
        <p:spPr/>
        <p:txBody>
          <a:bodyPr/>
          <a:lstStyle/>
          <a:p>
            <a:fld id="{BCFAAAB6-A2C6-4A85-A3A1-98EFBA61C967}" type="slidenum">
              <a:rPr lang="en-US" smtClean="0"/>
              <a:t>24</a:t>
            </a:fld>
            <a:endParaRPr lang="en-US" dirty="0"/>
          </a:p>
        </p:txBody>
      </p:sp>
    </p:spTree>
    <p:extLst>
      <p:ext uri="{BB962C8B-B14F-4D97-AF65-F5344CB8AC3E}">
        <p14:creationId xmlns:p14="http://schemas.microsoft.com/office/powerpoint/2010/main" val="2587519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D697E-FAAF-D616-4FD7-0C49327F44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DB4543-75B7-4342-13CA-D41D5C288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4737E-1917-243F-4EBA-8BD19B54A1A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92421E3E-0ABC-8F9B-2453-FFD19A870FAD}"/>
              </a:ext>
            </a:extLst>
          </p:cNvPr>
          <p:cNvSpPr>
            <a:spLocks noGrp="1"/>
          </p:cNvSpPr>
          <p:nvPr>
            <p:ph type="sldNum" sz="quarter" idx="5"/>
          </p:nvPr>
        </p:nvSpPr>
        <p:spPr/>
        <p:txBody>
          <a:bodyPr/>
          <a:lstStyle/>
          <a:p>
            <a:fld id="{BCFAAAB6-A2C6-4A85-A3A1-98EFBA61C967}" type="slidenum">
              <a:rPr lang="en-US" smtClean="0"/>
              <a:t>25</a:t>
            </a:fld>
            <a:endParaRPr lang="en-US" dirty="0"/>
          </a:p>
        </p:txBody>
      </p:sp>
    </p:spTree>
    <p:extLst>
      <p:ext uri="{BB962C8B-B14F-4D97-AF65-F5344CB8AC3E}">
        <p14:creationId xmlns:p14="http://schemas.microsoft.com/office/powerpoint/2010/main" val="1752685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BCFAAAB6-A2C6-4A85-A3A1-98EFBA61C967}" type="slidenum">
              <a:rPr lang="en-US" smtClean="0"/>
              <a:t>27</a:t>
            </a:fld>
            <a:endParaRPr lang="en-US" dirty="0"/>
          </a:p>
        </p:txBody>
      </p:sp>
    </p:spTree>
    <p:extLst>
      <p:ext uri="{BB962C8B-B14F-4D97-AF65-F5344CB8AC3E}">
        <p14:creationId xmlns:p14="http://schemas.microsoft.com/office/powerpoint/2010/main" val="41941724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C5C50C9-5CB7-4938-BEDF-DD2FC7529FA9}"/>
              </a:ext>
            </a:extLst>
          </p:cNvPr>
          <p:cNvSpPr/>
          <p:nvPr userDrawn="1"/>
        </p:nvSpPr>
        <p:spPr>
          <a:xfrm>
            <a:off x="1528762" y="1473243"/>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1801368" y="1664208"/>
            <a:ext cx="8586216" cy="2176272"/>
          </a:xfrm>
        </p:spPr>
        <p:txBody>
          <a:bodyPr anchor="ctr">
            <a:normAutofit/>
          </a:bodyPr>
          <a:lstStyle>
            <a:lvl1pPr algn="ctr">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2487168" y="4142232"/>
            <a:ext cx="7223760" cy="685800"/>
          </a:xfrm>
          <a:solidFill>
            <a:schemeClr val="accent1"/>
          </a:solidFill>
        </p:spPr>
        <p:txBody>
          <a:bodyPr anchor="ctr">
            <a:normAutofit/>
          </a:bodyPr>
          <a:lstStyle>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69640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5084064" y="1078992"/>
            <a:ext cx="6272784" cy="1536192"/>
          </a:xfrm>
        </p:spPr>
        <p:txBody>
          <a:bodyPr anchor="b">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5084064" y="3355848"/>
            <a:ext cx="6272784" cy="2825496"/>
          </a:xfrm>
        </p:spPr>
        <p:txBody>
          <a:bodyPr/>
          <a:lstStyle>
            <a:lvl1pPr>
              <a:buNone/>
              <a:defRPr sz="1800"/>
            </a:lvl1pPr>
          </a:lstStyle>
          <a:p>
            <a:pPr lvl="0"/>
            <a:r>
              <a:rPr lang="en-US"/>
              <a:t>Click to edit Master text styles</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905256" y="6356350"/>
            <a:ext cx="2743200" cy="365125"/>
          </a:xfrm>
        </p:spPr>
        <p:txBody>
          <a:bodyPr/>
          <a:lstStyle/>
          <a:p>
            <a:r>
              <a:rPr lang="en-US" dirty="0"/>
              <a:t>9/4/20XX</a:t>
            </a:r>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a:xfrm>
            <a:off x="4041648" y="6356350"/>
            <a:ext cx="4114800" cy="365125"/>
          </a:xfrm>
        </p:spPr>
        <p:txBody>
          <a:bodyPr/>
          <a:lstStyle/>
          <a:p>
            <a:r>
              <a:rPr lang="en-US" dirty="0"/>
              <a:t>Presentation Title</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
        <p:nvSpPr>
          <p:cNvPr id="7" name="Rectangle 6">
            <a:extLst>
              <a:ext uri="{FF2B5EF4-FFF2-40B4-BE49-F238E27FC236}">
                <a16:creationId xmlns:a16="http://schemas.microsoft.com/office/drawing/2014/main" id="{C3EEEC07-DA87-4415-8D6B-72E1B2686535}"/>
              </a:ext>
            </a:extLst>
          </p:cNvPr>
          <p:cNvSpPr/>
          <p:nvPr userDrawn="1"/>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3CC47E32-D289-4A1B-A3C7-A355CD5572E8}"/>
              </a:ext>
            </a:extLst>
          </p:cNvPr>
          <p:cNvSpPr/>
          <p:nvPr userDrawn="1"/>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457200" y="603504"/>
            <a:ext cx="4050792" cy="5577840"/>
          </a:xfrm>
        </p:spPr>
        <p:txBody>
          <a:bodyPr anchor="ct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3812587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612648" y="1078992"/>
            <a:ext cx="6272784" cy="1536192"/>
          </a:xfrm>
        </p:spPr>
        <p:txBody>
          <a:bodyPr anchor="b">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612648" y="3355848"/>
            <a:ext cx="6272784" cy="2825496"/>
          </a:xfrm>
        </p:spPr>
        <p:txBody>
          <a:bodyPr/>
          <a:lstStyle>
            <a:lvl1pPr marL="0" indent="0">
              <a:buNone/>
              <a:defRPr sz="1800"/>
            </a:lvl1pPr>
          </a:lstStyle>
          <a:p>
            <a:pPr lvl="0"/>
            <a:r>
              <a:rPr lang="en-US"/>
              <a:t>Click to edit Master text styles</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5605272" y="6356350"/>
            <a:ext cx="1280160" cy="365125"/>
          </a:xfrm>
        </p:spPr>
        <p:txBody>
          <a:bodyPr/>
          <a:lstStyle/>
          <a:p>
            <a:fld id="{A65A5C87-DF58-40C8-B092-1DE63DB4547E}" type="slidenum">
              <a:rPr lang="en-US" smtClean="0"/>
              <a:t>‹#›</a:t>
            </a:fld>
            <a:endParaRPr lang="en-US" dirty="0"/>
          </a:p>
        </p:txBody>
      </p:sp>
      <p:sp>
        <p:nvSpPr>
          <p:cNvPr id="7" name="Rectangle 6">
            <a:extLst>
              <a:ext uri="{FF2B5EF4-FFF2-40B4-BE49-F238E27FC236}">
                <a16:creationId xmlns:a16="http://schemas.microsoft.com/office/drawing/2014/main" id="{C3EEEC07-DA87-4415-8D6B-72E1B2686535}"/>
              </a:ext>
            </a:extLst>
          </p:cNvPr>
          <p:cNvSpPr/>
          <p:nvPr userDrawn="1"/>
        </p:nvSpPr>
        <p:spPr>
          <a:xfrm rot="5400000">
            <a:off x="850392" y="36576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7680960" y="4352544"/>
            <a:ext cx="4507992" cy="2505456"/>
          </a:xfrm>
        </p:spPr>
        <p:txBody>
          <a:bodyPr anchor="ctr"/>
          <a:lstStyle>
            <a:lvl1pPr algn="ctr">
              <a:buNone/>
              <a:defRPr/>
            </a:lvl1pPr>
          </a:lstStyle>
          <a:p>
            <a:r>
              <a:rPr lang="en-US"/>
              <a:t>Click icon to add picture</a:t>
            </a:r>
            <a:endParaRPr lang="en-US" dirty="0"/>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7680960" y="0"/>
            <a:ext cx="4507992" cy="4123944"/>
          </a:xfrm>
        </p:spPr>
        <p:txBody>
          <a:bodyPr anchor="ctr"/>
          <a:lstStyle>
            <a:lvl1pPr algn="ctr">
              <a:buNone/>
              <a:defRPr/>
            </a:lvl1pPr>
          </a:lstStyle>
          <a:p>
            <a:r>
              <a:rPr lang="en-US"/>
              <a:t>Click icon to add picture</a:t>
            </a:r>
            <a:endParaRPr lang="en-US" dirty="0"/>
          </a:p>
        </p:txBody>
      </p:sp>
      <p:sp>
        <p:nvSpPr>
          <p:cNvPr id="8" name="Rectangle 7">
            <a:extLst>
              <a:ext uri="{FF2B5EF4-FFF2-40B4-BE49-F238E27FC236}">
                <a16:creationId xmlns:a16="http://schemas.microsoft.com/office/drawing/2014/main" id="{EEFA3CC7-31ED-4E5A-87A6-AA1D8F4251FC}"/>
              </a:ext>
            </a:extLst>
          </p:cNvPr>
          <p:cNvSpPr/>
          <p:nvPr userDrawn="1"/>
        </p:nvSpPr>
        <p:spPr>
          <a:xfrm>
            <a:off x="621792"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178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541A812-4D3F-4D65-BA64-BA64E37F2C1D}"/>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1078992" y="1938528"/>
            <a:ext cx="7013448" cy="2990088"/>
          </a:xfrm>
        </p:spPr>
        <p:txBody>
          <a:bodyPr anchor="ctr">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613648" y="1938528"/>
            <a:ext cx="2688336" cy="2990088"/>
          </a:xfrm>
          <a:solidFill>
            <a:schemeClr val="accent1"/>
          </a:solidFill>
        </p:spPr>
        <p:txBody>
          <a:bodyPr anchor="ctr">
            <a:normAutofit/>
          </a:bodyPr>
          <a:lstStyle>
            <a:lvl1pPr marL="0" indent="0">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Rectangle 11">
            <a:extLst>
              <a:ext uri="{FF2B5EF4-FFF2-40B4-BE49-F238E27FC236}">
                <a16:creationId xmlns:a16="http://schemas.microsoft.com/office/drawing/2014/main" id="{5716BBE9-8A9C-450B-A235-677945C7ED44}"/>
              </a:ext>
            </a:extLst>
          </p:cNvPr>
          <p:cNvSpPr/>
          <p:nvPr userDrawn="1"/>
        </p:nvSpPr>
        <p:spPr>
          <a:xfrm>
            <a:off x="609084" y="2965074"/>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9855E7BF-3629-4C02-98DF-CFC1C93CE036}"/>
              </a:ext>
            </a:extLst>
          </p:cNvPr>
          <p:cNvSpPr/>
          <p:nvPr userDrawn="1"/>
        </p:nvSpPr>
        <p:spPr>
          <a:xfrm rot="5400000">
            <a:off x="7360539" y="3424428"/>
            <a:ext cx="210312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3540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541A812-4D3F-4D65-BA64-BA64E37F2C1D}"/>
              </a:ext>
            </a:extLst>
          </p:cNvPr>
          <p:cNvSpPr/>
          <p:nvPr userDrawn="1"/>
        </p:nvSpPr>
        <p:spPr>
          <a:xfrm>
            <a:off x="665853" y="476250"/>
            <a:ext cx="10917063" cy="6105525"/>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1078992" y="1938528"/>
            <a:ext cx="7013448" cy="2990088"/>
          </a:xfrm>
        </p:spPr>
        <p:txBody>
          <a:bodyPr anchor="ctr">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613648" y="1938528"/>
            <a:ext cx="2688336" cy="2990088"/>
          </a:xfrm>
          <a:solidFill>
            <a:schemeClr val="accent1"/>
          </a:solidFill>
        </p:spPr>
        <p:txBody>
          <a:bodyPr anchor="ctr">
            <a:normAutofit/>
          </a:bodyPr>
          <a:lstStyle>
            <a:lvl1pPr marL="0" indent="0">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Rectangle 11">
            <a:extLst>
              <a:ext uri="{FF2B5EF4-FFF2-40B4-BE49-F238E27FC236}">
                <a16:creationId xmlns:a16="http://schemas.microsoft.com/office/drawing/2014/main" id="{5716BBE9-8A9C-450B-A235-677945C7ED44}"/>
              </a:ext>
            </a:extLst>
          </p:cNvPr>
          <p:cNvSpPr/>
          <p:nvPr userDrawn="1"/>
        </p:nvSpPr>
        <p:spPr>
          <a:xfrm>
            <a:off x="609084" y="2965074"/>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9855E7BF-3629-4C02-98DF-CFC1C93CE036}"/>
              </a:ext>
            </a:extLst>
          </p:cNvPr>
          <p:cNvSpPr/>
          <p:nvPr userDrawn="1"/>
        </p:nvSpPr>
        <p:spPr>
          <a:xfrm rot="5400000">
            <a:off x="7360539" y="3424428"/>
            <a:ext cx="210312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40406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01852" y="6356350"/>
            <a:ext cx="2743200" cy="365125"/>
          </a:xfrm>
        </p:spPr>
        <p:txBody>
          <a:bodyPr/>
          <a:lstStyle/>
          <a:p>
            <a:r>
              <a:rPr lang="en-US" dirty="0"/>
              <a:t>9/4/20XX</a:t>
            </a:r>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3393869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ctr">
            <a:normAutofit/>
          </a:bodyPr>
          <a:lstStyle>
            <a:lvl1pPr algn="ctr">
              <a:defRPr sz="4800"/>
            </a:lvl1pPr>
          </a:lstStyle>
          <a:p>
            <a:r>
              <a:rPr lang="en-US"/>
              <a:t>Click to edit Master title style</a:t>
            </a:r>
            <a:endParaRPr lang="en-US" dirty="0"/>
          </a:p>
        </p:txBody>
      </p:sp>
      <p:sp useBgFill="1">
        <p:nvSpPr>
          <p:cNvPr id="4" name="Rectangle 3">
            <a:extLst>
              <a:ext uri="{FF2B5EF4-FFF2-40B4-BE49-F238E27FC236}">
                <a16:creationId xmlns:a16="http://schemas.microsoft.com/office/drawing/2014/main" id="{673635DF-99E4-4A0C-A272-D9FF87695DE7}"/>
              </a:ext>
            </a:extLst>
          </p:cNvPr>
          <p:cNvSpPr/>
          <p:nvPr userDrawn="1"/>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5590C76F-6331-4485-AA5B-D61483481F68}"/>
              </a:ext>
            </a:extLst>
          </p:cNvPr>
          <p:cNvSpPr/>
          <p:nvPr userDrawn="1"/>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a:solidFill>
            <a:schemeClr val="accent1"/>
          </a:solidFill>
        </p:spPr>
        <p:txBody>
          <a:bodyPr anchor="ctr">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Date Placeholder 5">
            <a:extLst>
              <a:ext uri="{FF2B5EF4-FFF2-40B4-BE49-F238E27FC236}">
                <a16:creationId xmlns:a16="http://schemas.microsoft.com/office/drawing/2014/main" id="{ECB2BA4C-9ADA-41DB-B758-9E3CFECDF528}"/>
              </a:ext>
            </a:extLst>
          </p:cNvPr>
          <p:cNvSpPr>
            <a:spLocks noGrp="1"/>
          </p:cNvSpPr>
          <p:nvPr>
            <p:ph type="dt" sz="half" idx="10"/>
          </p:nvPr>
        </p:nvSpPr>
        <p:spPr>
          <a:xfrm>
            <a:off x="905256" y="6356350"/>
            <a:ext cx="2743200" cy="365125"/>
          </a:xfrm>
        </p:spPr>
        <p:txBody>
          <a:bodyPr/>
          <a:lstStyle/>
          <a:p>
            <a:r>
              <a:rPr lang="en-US" dirty="0"/>
              <a:t>9/4/20XX</a:t>
            </a:r>
          </a:p>
        </p:txBody>
      </p:sp>
      <p:sp>
        <p:nvSpPr>
          <p:cNvPr id="10" name="Footer Placeholder 9">
            <a:extLst>
              <a:ext uri="{FF2B5EF4-FFF2-40B4-BE49-F238E27FC236}">
                <a16:creationId xmlns:a16="http://schemas.microsoft.com/office/drawing/2014/main" id="{20957ADB-410A-48BE-AA95-3A708314B02A}"/>
              </a:ext>
            </a:extLst>
          </p:cNvPr>
          <p:cNvSpPr>
            <a:spLocks noGrp="1"/>
          </p:cNvSpPr>
          <p:nvPr>
            <p:ph type="ftr" sz="quarter" idx="11"/>
          </p:nvPr>
        </p:nvSpPr>
        <p:spPr/>
        <p:txBody>
          <a:bodyPr/>
          <a:lstStyle/>
          <a:p>
            <a:r>
              <a:rPr lang="en-US" dirty="0"/>
              <a:t>Presentation Title</a:t>
            </a:r>
          </a:p>
        </p:txBody>
      </p:sp>
      <p:sp>
        <p:nvSpPr>
          <p:cNvPr id="11" name="Slide Number Placeholder 10">
            <a:extLst>
              <a:ext uri="{FF2B5EF4-FFF2-40B4-BE49-F238E27FC236}">
                <a16:creationId xmlns:a16="http://schemas.microsoft.com/office/drawing/2014/main" id="{5112591B-8032-4FDF-9B26-8F505642C5C2}"/>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4244522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42F4163-FF9F-453F-99BB-82B8FDB0A1F9}"/>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hasCustomPrompt="1"/>
          </p:nvPr>
        </p:nvSpPr>
        <p:spPr>
          <a:xfrm>
            <a:off x="5422392" y="2798064"/>
            <a:ext cx="1463040" cy="1481328"/>
          </a:xfrm>
        </p:spPr>
        <p:txBody>
          <a:bodyPr anchor="ctr"/>
          <a:lstStyle>
            <a:lvl1pPr algn="ctr">
              <a:buNone/>
              <a:defRPr/>
            </a:lvl1pPr>
          </a:lstStyle>
          <a:p>
            <a:r>
              <a:rPr lang="en-US" dirty="0"/>
              <a:t>Picture</a:t>
            </a:r>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hasCustomPrompt="1"/>
          </p:nvPr>
        </p:nvSpPr>
        <p:spPr>
          <a:xfrm>
            <a:off x="576072" y="2798064"/>
            <a:ext cx="1463040" cy="1481328"/>
          </a:xfrm>
        </p:spPr>
        <p:txBody>
          <a:bodyPr anchor="ctr"/>
          <a:lstStyle>
            <a:lvl1pPr algn="ctr">
              <a:buNone/>
              <a:defRPr/>
            </a:lvl1pPr>
          </a:lstStyle>
          <a:p>
            <a:r>
              <a:rPr lang="en-US" dirty="0"/>
              <a:t>Picture</a:t>
            </a:r>
          </a:p>
        </p:txBody>
      </p:sp>
      <p:sp>
        <p:nvSpPr>
          <p:cNvPr id="16" name="Picture Placeholder 14">
            <a:extLst>
              <a:ext uri="{FF2B5EF4-FFF2-40B4-BE49-F238E27FC236}">
                <a16:creationId xmlns:a16="http://schemas.microsoft.com/office/drawing/2014/main" id="{6B8374DB-2C54-426F-9768-7B838BE1F98D}"/>
              </a:ext>
            </a:extLst>
          </p:cNvPr>
          <p:cNvSpPr>
            <a:spLocks noGrp="1"/>
          </p:cNvSpPr>
          <p:nvPr>
            <p:ph type="pic" sz="quarter" idx="21" hasCustomPrompt="1"/>
          </p:nvPr>
        </p:nvSpPr>
        <p:spPr>
          <a:xfrm>
            <a:off x="7845552" y="2798064"/>
            <a:ext cx="1463040" cy="1481328"/>
          </a:xfrm>
        </p:spPr>
        <p:txBody>
          <a:bodyPr anchor="ctr"/>
          <a:lstStyle>
            <a:lvl1pPr algn="ctr">
              <a:buNone/>
              <a:defRPr/>
            </a:lvl1pPr>
          </a:lstStyle>
          <a:p>
            <a:r>
              <a:rPr lang="en-US" dirty="0"/>
              <a:t>Picture</a:t>
            </a:r>
          </a:p>
        </p:txBody>
      </p:sp>
      <p:sp>
        <p:nvSpPr>
          <p:cNvPr id="27" name="Rectangle 26">
            <a:extLst>
              <a:ext uri="{FF2B5EF4-FFF2-40B4-BE49-F238E27FC236}">
                <a16:creationId xmlns:a16="http://schemas.microsoft.com/office/drawing/2014/main" id="{76763C05-47FB-4725-A20D-066889246220}"/>
              </a:ext>
            </a:extLst>
          </p:cNvPr>
          <p:cNvSpPr/>
          <p:nvPr userDrawn="1"/>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Title 1">
            <a:extLst>
              <a:ext uri="{FF2B5EF4-FFF2-40B4-BE49-F238E27FC236}">
                <a16:creationId xmlns:a16="http://schemas.microsoft.com/office/drawing/2014/main" id="{9EDC39EC-C00D-4DE8-8828-E0E5AD579F19}"/>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endParaRPr lang="en-US" dirty="0"/>
          </a:p>
        </p:txBody>
      </p:sp>
      <p:sp>
        <p:nvSpPr>
          <p:cNvPr id="32" name="Picture Placeholder 14">
            <a:extLst>
              <a:ext uri="{FF2B5EF4-FFF2-40B4-BE49-F238E27FC236}">
                <a16:creationId xmlns:a16="http://schemas.microsoft.com/office/drawing/2014/main" id="{AC393A50-B0FA-44B0-850A-6E748DECA20A}"/>
              </a:ext>
            </a:extLst>
          </p:cNvPr>
          <p:cNvSpPr>
            <a:spLocks noGrp="1"/>
          </p:cNvSpPr>
          <p:nvPr>
            <p:ph type="pic" sz="quarter" idx="28" hasCustomPrompt="1"/>
          </p:nvPr>
        </p:nvSpPr>
        <p:spPr>
          <a:xfrm>
            <a:off x="2999232" y="2798064"/>
            <a:ext cx="1463040" cy="1481328"/>
          </a:xfrm>
        </p:spPr>
        <p:txBody>
          <a:bodyPr anchor="ctr"/>
          <a:lstStyle>
            <a:lvl1pPr algn="ctr">
              <a:buNone/>
              <a:defRPr/>
            </a:lvl1pPr>
          </a:lstStyle>
          <a:p>
            <a:r>
              <a:rPr lang="en-US" dirty="0"/>
              <a:t>Picture</a:t>
            </a:r>
          </a:p>
        </p:txBody>
      </p:sp>
      <p:sp>
        <p:nvSpPr>
          <p:cNvPr id="33" name="Picture Placeholder 14">
            <a:extLst>
              <a:ext uri="{FF2B5EF4-FFF2-40B4-BE49-F238E27FC236}">
                <a16:creationId xmlns:a16="http://schemas.microsoft.com/office/drawing/2014/main" id="{C19D18E3-AE27-4902-A5E1-1E388C8CA886}"/>
              </a:ext>
            </a:extLst>
          </p:cNvPr>
          <p:cNvSpPr>
            <a:spLocks noGrp="1"/>
          </p:cNvSpPr>
          <p:nvPr>
            <p:ph type="pic" sz="quarter" idx="29" hasCustomPrompt="1"/>
          </p:nvPr>
        </p:nvSpPr>
        <p:spPr>
          <a:xfrm>
            <a:off x="10268712" y="2798064"/>
            <a:ext cx="1463040" cy="1481328"/>
          </a:xfrm>
        </p:spPr>
        <p:txBody>
          <a:bodyPr anchor="ctr"/>
          <a:lstStyle>
            <a:lvl1pPr algn="ctr">
              <a:buNone/>
              <a:defRPr/>
            </a:lvl1pPr>
          </a:lstStyle>
          <a:p>
            <a:r>
              <a:rPr lang="en-US" dirty="0"/>
              <a:t>Picture</a:t>
            </a:r>
          </a:p>
        </p:txBody>
      </p:sp>
      <p:sp>
        <p:nvSpPr>
          <p:cNvPr id="11" name="Date Placeholder 10">
            <a:extLst>
              <a:ext uri="{FF2B5EF4-FFF2-40B4-BE49-F238E27FC236}">
                <a16:creationId xmlns:a16="http://schemas.microsoft.com/office/drawing/2014/main" id="{C4A1E4D4-19E0-496B-BBAF-99A720781C00}"/>
              </a:ext>
            </a:extLst>
          </p:cNvPr>
          <p:cNvSpPr>
            <a:spLocks noGrp="1"/>
          </p:cNvSpPr>
          <p:nvPr>
            <p:ph type="dt" sz="half" idx="32"/>
          </p:nvPr>
        </p:nvSpPr>
        <p:spPr>
          <a:xfrm>
            <a:off x="905256" y="6356350"/>
            <a:ext cx="2743200" cy="365125"/>
          </a:xfrm>
        </p:spPr>
        <p:txBody>
          <a:bodyPr/>
          <a:lstStyle/>
          <a:p>
            <a:r>
              <a:rPr lang="en-US" dirty="0"/>
              <a:t>9/4/20XX</a:t>
            </a:r>
          </a:p>
        </p:txBody>
      </p:sp>
      <p:sp>
        <p:nvSpPr>
          <p:cNvPr id="12" name="Footer Placeholder 11">
            <a:extLst>
              <a:ext uri="{FF2B5EF4-FFF2-40B4-BE49-F238E27FC236}">
                <a16:creationId xmlns:a16="http://schemas.microsoft.com/office/drawing/2014/main" id="{D0281C10-EAAA-4F45-8CC9-87F9F9116C21}"/>
              </a:ext>
            </a:extLst>
          </p:cNvPr>
          <p:cNvSpPr>
            <a:spLocks noGrp="1"/>
          </p:cNvSpPr>
          <p:nvPr>
            <p:ph type="ftr" sz="quarter" idx="33"/>
          </p:nvPr>
        </p:nvSpPr>
        <p:spPr/>
        <p:txBody>
          <a:bodyPr/>
          <a:lstStyle/>
          <a:p>
            <a:r>
              <a:rPr lang="en-US" dirty="0"/>
              <a:t>Presentation Title</a:t>
            </a:r>
          </a:p>
        </p:txBody>
      </p:sp>
      <p:sp>
        <p:nvSpPr>
          <p:cNvPr id="13" name="Slide Number Placeholder 12">
            <a:extLst>
              <a:ext uri="{FF2B5EF4-FFF2-40B4-BE49-F238E27FC236}">
                <a16:creationId xmlns:a16="http://schemas.microsoft.com/office/drawing/2014/main" id="{389175D6-43FD-42A2-8595-893FC3BFCDF6}"/>
              </a:ext>
            </a:extLst>
          </p:cNvPr>
          <p:cNvSpPr>
            <a:spLocks noGrp="1"/>
          </p:cNvSpPr>
          <p:nvPr>
            <p:ph type="sldNum" sz="quarter" idx="34"/>
          </p:nvPr>
        </p:nvSpPr>
        <p:spPr/>
        <p:txBody>
          <a:bodyPr/>
          <a:lstStyle/>
          <a:p>
            <a:fld id="{A65A5C87-DF58-40C8-B092-1DE63DB4547E}" type="slidenum">
              <a:rPr lang="en-US" smtClean="0"/>
              <a:t>‹#›</a:t>
            </a:fld>
            <a:endParaRPr lang="en-US" dirty="0"/>
          </a:p>
        </p:txBody>
      </p:sp>
      <p:sp>
        <p:nvSpPr>
          <p:cNvPr id="37" name="Text Placeholder 35">
            <a:extLst>
              <a:ext uri="{FF2B5EF4-FFF2-40B4-BE49-F238E27FC236}">
                <a16:creationId xmlns:a16="http://schemas.microsoft.com/office/drawing/2014/main" id="{28F74B10-F76D-4BBB-A284-01D5A0DF8BCB}"/>
              </a:ext>
            </a:extLst>
          </p:cNvPr>
          <p:cNvSpPr>
            <a:spLocks noGrp="1"/>
          </p:cNvSpPr>
          <p:nvPr>
            <p:ph type="body" sz="quarter" idx="36" hasCustomPrompt="1"/>
          </p:nvPr>
        </p:nvSpPr>
        <p:spPr>
          <a:xfrm>
            <a:off x="5431536"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38" name="Text Placeholder 35">
            <a:extLst>
              <a:ext uri="{FF2B5EF4-FFF2-40B4-BE49-F238E27FC236}">
                <a16:creationId xmlns:a16="http://schemas.microsoft.com/office/drawing/2014/main" id="{BD245DC2-6D7B-4AEE-B8EE-0D0E473AFFF5}"/>
              </a:ext>
            </a:extLst>
          </p:cNvPr>
          <p:cNvSpPr>
            <a:spLocks noGrp="1"/>
          </p:cNvSpPr>
          <p:nvPr>
            <p:ph type="body" sz="quarter" idx="37" hasCustomPrompt="1"/>
          </p:nvPr>
        </p:nvSpPr>
        <p:spPr>
          <a:xfrm>
            <a:off x="7845552"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39" name="Text Placeholder 35">
            <a:extLst>
              <a:ext uri="{FF2B5EF4-FFF2-40B4-BE49-F238E27FC236}">
                <a16:creationId xmlns:a16="http://schemas.microsoft.com/office/drawing/2014/main" id="{28069EAF-8C82-49CC-8A38-2ACAD26F7DE9}"/>
              </a:ext>
            </a:extLst>
          </p:cNvPr>
          <p:cNvSpPr>
            <a:spLocks noGrp="1"/>
          </p:cNvSpPr>
          <p:nvPr>
            <p:ph type="body" sz="quarter" idx="38" hasCustomPrompt="1"/>
          </p:nvPr>
        </p:nvSpPr>
        <p:spPr>
          <a:xfrm>
            <a:off x="10268712"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40" name="Text Placeholder 35">
            <a:extLst>
              <a:ext uri="{FF2B5EF4-FFF2-40B4-BE49-F238E27FC236}">
                <a16:creationId xmlns:a16="http://schemas.microsoft.com/office/drawing/2014/main" id="{DAA3B1CD-59B3-4B73-B91A-88CED1D8FDD6}"/>
              </a:ext>
            </a:extLst>
          </p:cNvPr>
          <p:cNvSpPr>
            <a:spLocks noGrp="1"/>
          </p:cNvSpPr>
          <p:nvPr>
            <p:ph type="body" sz="quarter" idx="39" hasCustomPrompt="1"/>
          </p:nvPr>
        </p:nvSpPr>
        <p:spPr>
          <a:xfrm>
            <a:off x="594360"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41" name="Text Placeholder 35">
            <a:extLst>
              <a:ext uri="{FF2B5EF4-FFF2-40B4-BE49-F238E27FC236}">
                <a16:creationId xmlns:a16="http://schemas.microsoft.com/office/drawing/2014/main" id="{C1FED6B0-DEB7-46E3-8038-FE6788AC24A9}"/>
              </a:ext>
            </a:extLst>
          </p:cNvPr>
          <p:cNvSpPr>
            <a:spLocks noGrp="1"/>
          </p:cNvSpPr>
          <p:nvPr>
            <p:ph type="body" sz="quarter" idx="35" hasCustomPrompt="1"/>
          </p:nvPr>
        </p:nvSpPr>
        <p:spPr>
          <a:xfrm>
            <a:off x="3008376"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Tree>
    <p:extLst>
      <p:ext uri="{BB962C8B-B14F-4D97-AF65-F5344CB8AC3E}">
        <p14:creationId xmlns:p14="http://schemas.microsoft.com/office/powerpoint/2010/main" val="431511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a:lstStyle/>
          <a:p>
            <a:r>
              <a:rPr lang="en-US" dirty="0"/>
              <a:t>9/4/20XX</a:t>
            </a:r>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606934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3 colum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57607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576072" y="3203688"/>
            <a:ext cx="3291840" cy="2968512"/>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450799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4507992" y="3203687"/>
            <a:ext cx="329184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a:lstStyle/>
          <a:p>
            <a:r>
              <a:rPr lang="en-US" dirty="0"/>
              <a:t>9/4/20XX</a:t>
            </a:r>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
        <p:nvSpPr>
          <p:cNvPr id="14" name="Text Placeholder 4">
            <a:extLst>
              <a:ext uri="{FF2B5EF4-FFF2-40B4-BE49-F238E27FC236}">
                <a16:creationId xmlns:a16="http://schemas.microsoft.com/office/drawing/2014/main" id="{CE04853A-B5A7-418B-B49F-E718136614E0}"/>
              </a:ext>
            </a:extLst>
          </p:cNvPr>
          <p:cNvSpPr>
            <a:spLocks noGrp="1"/>
          </p:cNvSpPr>
          <p:nvPr>
            <p:ph type="body" sz="quarter" idx="13"/>
          </p:nvPr>
        </p:nvSpPr>
        <p:spPr>
          <a:xfrm>
            <a:off x="843991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5">
            <a:extLst>
              <a:ext uri="{FF2B5EF4-FFF2-40B4-BE49-F238E27FC236}">
                <a16:creationId xmlns:a16="http://schemas.microsoft.com/office/drawing/2014/main" id="{D08E5547-BBB9-4D87-A012-6BC6B1330861}"/>
              </a:ext>
            </a:extLst>
          </p:cNvPr>
          <p:cNvSpPr>
            <a:spLocks noGrp="1"/>
          </p:cNvSpPr>
          <p:nvPr>
            <p:ph sz="quarter" idx="14"/>
          </p:nvPr>
        </p:nvSpPr>
        <p:spPr>
          <a:xfrm>
            <a:off x="8439912" y="3203687"/>
            <a:ext cx="329184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02261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3 pictures">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2CD68929-9BD1-4A1E-9C1E-5B980D986EC1}"/>
              </a:ext>
            </a:extLst>
          </p:cNvPr>
          <p:cNvSpPr/>
          <p:nvPr userDrawn="1"/>
        </p:nvSpPr>
        <p:spPr>
          <a:xfrm>
            <a:off x="409575" y="633619"/>
            <a:ext cx="492741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841248" y="978408"/>
            <a:ext cx="4059936" cy="1106424"/>
          </a:xfrm>
        </p:spPr>
        <p:txBody>
          <a:bodyPr anchor="ctr">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841248" y="2359152"/>
            <a:ext cx="4059936" cy="3429000"/>
          </a:xfrm>
        </p:spPr>
        <p:txBody>
          <a:bodyPr/>
          <a:lstStyle>
            <a:lvl1pPr marL="0" indent="0">
              <a:buNone/>
              <a:defRPr sz="1800"/>
            </a:lvl1pPr>
          </a:lstStyle>
          <a:p>
            <a:pPr lvl="0"/>
            <a:r>
              <a:rPr lang="en-US"/>
              <a:t>Click to edit Master text styles</a:t>
            </a: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8961120" y="566928"/>
            <a:ext cx="2871216" cy="2340864"/>
          </a:xfrm>
        </p:spPr>
        <p:txBody>
          <a:bodyPr anchor="ctr"/>
          <a:lstStyle>
            <a:lvl1pPr algn="ctr">
              <a:buNone/>
              <a:defRPr/>
            </a:lvl1pPr>
          </a:lstStyle>
          <a:p>
            <a:r>
              <a:rPr lang="en-US"/>
              <a:t>Click icon to add picture</a:t>
            </a:r>
            <a:endParaRPr lang="en-US" dirty="0"/>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5843016" y="566928"/>
            <a:ext cx="2871216" cy="2340864"/>
          </a:xfrm>
        </p:spPr>
        <p:txBody>
          <a:bodyPr anchor="ctr"/>
          <a:lstStyle>
            <a:lvl1pPr algn="ctr">
              <a:buNone/>
              <a:defRPr/>
            </a:lvl1pPr>
          </a:lstStyle>
          <a:p>
            <a:r>
              <a:rPr lang="en-US"/>
              <a:t>Click icon to add picture</a:t>
            </a:r>
            <a:endParaRPr lang="en-US" dirty="0"/>
          </a:p>
        </p:txBody>
      </p:sp>
      <p:sp>
        <p:nvSpPr>
          <p:cNvPr id="5" name="Rectangle 4">
            <a:extLst>
              <a:ext uri="{FF2B5EF4-FFF2-40B4-BE49-F238E27FC236}">
                <a16:creationId xmlns:a16="http://schemas.microsoft.com/office/drawing/2014/main" id="{B3ED68CE-A00C-4DD9-8065-B0E3D033BC20}"/>
              </a:ext>
            </a:extLst>
          </p:cNvPr>
          <p:cNvSpPr/>
          <p:nvPr userDrawn="1"/>
        </p:nvSpPr>
        <p:spPr>
          <a:xfrm>
            <a:off x="345567" y="117043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B3EDCB6-603C-4A22-80E6-232A6202452A}"/>
              </a:ext>
            </a:extLst>
          </p:cNvPr>
          <p:cNvSpPr/>
          <p:nvPr userDrawn="1"/>
        </p:nvSpPr>
        <p:spPr>
          <a:xfrm>
            <a:off x="877459" y="2121408"/>
            <a:ext cx="395865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Picture Placeholder 14">
            <a:extLst>
              <a:ext uri="{FF2B5EF4-FFF2-40B4-BE49-F238E27FC236}">
                <a16:creationId xmlns:a16="http://schemas.microsoft.com/office/drawing/2014/main" id="{FBB9124E-D1EB-4540-B1E1-DF3CD388BB27}"/>
              </a:ext>
            </a:extLst>
          </p:cNvPr>
          <p:cNvSpPr>
            <a:spLocks noGrp="1"/>
          </p:cNvSpPr>
          <p:nvPr>
            <p:ph type="pic" sz="quarter" idx="17"/>
          </p:nvPr>
        </p:nvSpPr>
        <p:spPr>
          <a:xfrm>
            <a:off x="5843016" y="3108960"/>
            <a:ext cx="5989320" cy="3054096"/>
          </a:xfrm>
        </p:spPr>
        <p:txBody>
          <a:bodyPr anchor="ctr"/>
          <a:lstStyle>
            <a:lvl1pPr algn="ctr">
              <a:buNone/>
              <a:defRPr/>
            </a:lvl1pPr>
          </a:lstStyle>
          <a:p>
            <a:r>
              <a:rPr lang="en-US"/>
              <a:t>Click icon to add picture</a:t>
            </a:r>
            <a:endParaRPr lang="en-US" dirty="0"/>
          </a:p>
        </p:txBody>
      </p:sp>
      <p:sp>
        <p:nvSpPr>
          <p:cNvPr id="18" name="Date Placehold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a:lstStyle/>
          <a:p>
            <a:r>
              <a:rPr lang="en-US" dirty="0"/>
              <a:t>9/4/20XX</a:t>
            </a:r>
          </a:p>
        </p:txBody>
      </p:sp>
      <p:sp>
        <p:nvSpPr>
          <p:cNvPr id="19" name="Footer Placehold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a:lstStyle/>
          <a:p>
            <a:r>
              <a:rPr lang="en-US" dirty="0"/>
              <a:t>Presentation Title</a:t>
            </a:r>
          </a:p>
        </p:txBody>
      </p:sp>
      <p:sp>
        <p:nvSpPr>
          <p:cNvPr id="20" name="Slide Number Placehold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35279717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2CD68929-9BD1-4A1E-9C1E-5B980D986EC1}"/>
              </a:ext>
            </a:extLst>
          </p:cNvPr>
          <p:cNvSpPr/>
          <p:nvPr userDrawn="1"/>
        </p:nvSpPr>
        <p:spPr>
          <a:xfrm>
            <a:off x="7324344" y="630936"/>
            <a:ext cx="4517136"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7772400" y="978408"/>
            <a:ext cx="3721608" cy="1106424"/>
          </a:xfrm>
        </p:spPr>
        <p:txBody>
          <a:bodyPr anchor="ctr">
            <a:normAutofit/>
          </a:bodyPr>
          <a:lstStyle>
            <a:lvl1pPr>
              <a:defRPr sz="2800"/>
            </a:lvl1pPr>
          </a:lstStyle>
          <a:p>
            <a:r>
              <a:rPr lang="en-US"/>
              <a:t>Click to edit Master title style</a:t>
            </a:r>
            <a:endParaRPr lang="en-US" dirty="0"/>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3767328" y="630936"/>
            <a:ext cx="3246120" cy="2688336"/>
          </a:xfrm>
        </p:spPr>
        <p:txBody>
          <a:bodyPr anchor="ctr"/>
          <a:lstStyle>
            <a:lvl1pPr algn="ctr">
              <a:buNone/>
              <a:defRPr/>
            </a:lvl1pPr>
          </a:lstStyle>
          <a:p>
            <a:r>
              <a:rPr lang="en-US"/>
              <a:t>Click icon to add picture</a:t>
            </a:r>
            <a:endParaRPr lang="en-US" dirty="0"/>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411480" y="630936"/>
            <a:ext cx="3246120" cy="2688336"/>
          </a:xfrm>
        </p:spPr>
        <p:txBody>
          <a:bodyPr anchor="ctr"/>
          <a:lstStyle>
            <a:lvl1pPr algn="ctr">
              <a:buNone/>
              <a:defRPr/>
            </a:lvl1pPr>
          </a:lstStyle>
          <a:p>
            <a:r>
              <a:rPr lang="en-US"/>
              <a:t>Click icon to add picture</a:t>
            </a:r>
            <a:endParaRPr lang="en-US" dirty="0"/>
          </a:p>
        </p:txBody>
      </p:sp>
      <p:sp>
        <p:nvSpPr>
          <p:cNvPr id="5" name="Rectangle 4">
            <a:extLst>
              <a:ext uri="{FF2B5EF4-FFF2-40B4-BE49-F238E27FC236}">
                <a16:creationId xmlns:a16="http://schemas.microsoft.com/office/drawing/2014/main" id="{B3ED68CE-A00C-4DD9-8065-B0E3D033BC20}"/>
              </a:ext>
            </a:extLst>
          </p:cNvPr>
          <p:cNvSpPr/>
          <p:nvPr userDrawn="1"/>
        </p:nvSpPr>
        <p:spPr>
          <a:xfrm>
            <a:off x="7260336" y="1179576"/>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Picture Placeholder 14">
            <a:extLst>
              <a:ext uri="{FF2B5EF4-FFF2-40B4-BE49-F238E27FC236}">
                <a16:creationId xmlns:a16="http://schemas.microsoft.com/office/drawing/2014/main" id="{FBB9124E-D1EB-4540-B1E1-DF3CD388BB27}"/>
              </a:ext>
            </a:extLst>
          </p:cNvPr>
          <p:cNvSpPr>
            <a:spLocks noGrp="1"/>
          </p:cNvSpPr>
          <p:nvPr>
            <p:ph type="pic" sz="quarter" idx="17"/>
          </p:nvPr>
        </p:nvSpPr>
        <p:spPr>
          <a:xfrm>
            <a:off x="411480" y="3438144"/>
            <a:ext cx="3246120" cy="2688336"/>
          </a:xfrm>
        </p:spPr>
        <p:txBody>
          <a:bodyPr anchor="ctr"/>
          <a:lstStyle>
            <a:lvl1pPr algn="ctr">
              <a:buNone/>
              <a:defRPr/>
            </a:lvl1pPr>
          </a:lstStyle>
          <a:p>
            <a:r>
              <a:rPr lang="en-US"/>
              <a:t>Click icon to add picture</a:t>
            </a:r>
            <a:endParaRPr lang="en-US" dirty="0"/>
          </a:p>
        </p:txBody>
      </p:sp>
      <p:sp>
        <p:nvSpPr>
          <p:cNvPr id="18" name="Date Placehold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a:lstStyle/>
          <a:p>
            <a:r>
              <a:rPr lang="en-US" dirty="0"/>
              <a:t>9/4/20XX</a:t>
            </a:r>
          </a:p>
        </p:txBody>
      </p:sp>
      <p:sp>
        <p:nvSpPr>
          <p:cNvPr id="19" name="Footer Placehold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a:lstStyle/>
          <a:p>
            <a:r>
              <a:rPr lang="en-US" dirty="0"/>
              <a:t>Presentation Title</a:t>
            </a:r>
          </a:p>
        </p:txBody>
      </p:sp>
      <p:sp>
        <p:nvSpPr>
          <p:cNvPr id="20" name="Slide Number Placehold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a:lstStyle/>
          <a:p>
            <a:fld id="{A65A5C87-DF58-40C8-B092-1DE63DB4547E}" type="slidenum">
              <a:rPr lang="en-US" smtClean="0"/>
              <a:t>‹#›</a:t>
            </a:fld>
            <a:endParaRPr lang="en-US" dirty="0"/>
          </a:p>
        </p:txBody>
      </p:sp>
      <p:sp>
        <p:nvSpPr>
          <p:cNvPr id="6" name="Rectangle 5">
            <a:extLst>
              <a:ext uri="{FF2B5EF4-FFF2-40B4-BE49-F238E27FC236}">
                <a16:creationId xmlns:a16="http://schemas.microsoft.com/office/drawing/2014/main" id="{525280B1-DD77-4ADB-A6FC-71309BCB66E1}"/>
              </a:ext>
            </a:extLst>
          </p:cNvPr>
          <p:cNvSpPr/>
          <p:nvPr userDrawn="1"/>
        </p:nvSpPr>
        <p:spPr>
          <a:xfrm>
            <a:off x="7792216" y="2185416"/>
            <a:ext cx="3683187"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Picture Placeholder 14">
            <a:extLst>
              <a:ext uri="{FF2B5EF4-FFF2-40B4-BE49-F238E27FC236}">
                <a16:creationId xmlns:a16="http://schemas.microsoft.com/office/drawing/2014/main" id="{6B8374DB-2C54-426F-9768-7B838BE1F98D}"/>
              </a:ext>
            </a:extLst>
          </p:cNvPr>
          <p:cNvSpPr>
            <a:spLocks noGrp="1"/>
          </p:cNvSpPr>
          <p:nvPr>
            <p:ph type="pic" sz="quarter" idx="21"/>
          </p:nvPr>
        </p:nvSpPr>
        <p:spPr>
          <a:xfrm>
            <a:off x="3767328" y="3438144"/>
            <a:ext cx="3246120" cy="2688336"/>
          </a:xfrm>
        </p:spPr>
        <p:txBody>
          <a:bodyPr anchor="ctr"/>
          <a:lstStyle>
            <a:lvl1pPr algn="ctr">
              <a:buNone/>
              <a:defRPr/>
            </a:lvl1pPr>
          </a:lstStyle>
          <a:p>
            <a:r>
              <a:rPr lang="en-US"/>
              <a:t>Click icon to add picture</a:t>
            </a:r>
            <a:endParaRPr lang="en-US" dirty="0"/>
          </a:p>
        </p:txBody>
      </p:sp>
      <p:sp>
        <p:nvSpPr>
          <p:cNvPr id="8" name="Text Placeholder 7">
            <a:extLst>
              <a:ext uri="{FF2B5EF4-FFF2-40B4-BE49-F238E27FC236}">
                <a16:creationId xmlns:a16="http://schemas.microsoft.com/office/drawing/2014/main" id="{A0D33A8D-B0BB-4920-AAC4-6EE9952AA556}"/>
              </a:ext>
            </a:extLst>
          </p:cNvPr>
          <p:cNvSpPr>
            <a:spLocks noGrp="1"/>
          </p:cNvSpPr>
          <p:nvPr>
            <p:ph type="body" sz="quarter" idx="22"/>
          </p:nvPr>
        </p:nvSpPr>
        <p:spPr>
          <a:xfrm>
            <a:off x="7772400" y="3099816"/>
            <a:ext cx="3721100" cy="447675"/>
          </a:xfrm>
        </p:spPr>
        <p:txBody>
          <a:bodyPr/>
          <a:lstStyle>
            <a:lvl1pPr marL="0" indent="0">
              <a:buNone/>
              <a:defRPr sz="1600"/>
            </a:lvl1pPr>
          </a:lstStyle>
          <a:p>
            <a:pPr lvl="0"/>
            <a:r>
              <a:rPr lang="en-US"/>
              <a:t>Click to edit Master text styles</a:t>
            </a:r>
          </a:p>
        </p:txBody>
      </p:sp>
      <p:sp>
        <p:nvSpPr>
          <p:cNvPr id="21" name="Text Placeholder 7">
            <a:extLst>
              <a:ext uri="{FF2B5EF4-FFF2-40B4-BE49-F238E27FC236}">
                <a16:creationId xmlns:a16="http://schemas.microsoft.com/office/drawing/2014/main" id="{FC2F80E1-DA5D-4EBA-BDBC-FFD24776ED07}"/>
              </a:ext>
            </a:extLst>
          </p:cNvPr>
          <p:cNvSpPr>
            <a:spLocks noGrp="1"/>
          </p:cNvSpPr>
          <p:nvPr>
            <p:ph type="body" sz="quarter" idx="23"/>
          </p:nvPr>
        </p:nvSpPr>
        <p:spPr>
          <a:xfrm>
            <a:off x="7772400" y="4215384"/>
            <a:ext cx="3721100" cy="447675"/>
          </a:xfrm>
        </p:spPr>
        <p:txBody>
          <a:bodyPr/>
          <a:lstStyle>
            <a:lvl1pPr marL="0" indent="0">
              <a:buNone/>
              <a:defRPr sz="1600"/>
            </a:lvl1pPr>
          </a:lstStyle>
          <a:p>
            <a:pPr lvl="0"/>
            <a:r>
              <a:rPr lang="en-US"/>
              <a:t>Click to edit Master text styles</a:t>
            </a:r>
          </a:p>
        </p:txBody>
      </p:sp>
      <p:sp>
        <p:nvSpPr>
          <p:cNvPr id="22" name="Text Placeholder 7">
            <a:extLst>
              <a:ext uri="{FF2B5EF4-FFF2-40B4-BE49-F238E27FC236}">
                <a16:creationId xmlns:a16="http://schemas.microsoft.com/office/drawing/2014/main" id="{536A3E74-5D94-4FE5-A5F8-7DA032AD48AF}"/>
              </a:ext>
            </a:extLst>
          </p:cNvPr>
          <p:cNvSpPr>
            <a:spLocks noGrp="1"/>
          </p:cNvSpPr>
          <p:nvPr>
            <p:ph type="body" sz="quarter" idx="24"/>
          </p:nvPr>
        </p:nvSpPr>
        <p:spPr>
          <a:xfrm>
            <a:off x="7772400" y="5321808"/>
            <a:ext cx="3721100" cy="447675"/>
          </a:xfrm>
        </p:spPr>
        <p:txBody>
          <a:bodyPr/>
          <a:lstStyle>
            <a:lvl1pPr marL="0" indent="0">
              <a:buNone/>
              <a:defRPr sz="1600"/>
            </a:lvl1pPr>
          </a:lstStyle>
          <a:p>
            <a:pPr lvl="0"/>
            <a:r>
              <a:rPr lang="en-US"/>
              <a:t>Click to edit Master text styles</a:t>
            </a:r>
          </a:p>
        </p:txBody>
      </p:sp>
      <p:sp>
        <p:nvSpPr>
          <p:cNvPr id="23" name="Picture Placeholder 14">
            <a:extLst>
              <a:ext uri="{FF2B5EF4-FFF2-40B4-BE49-F238E27FC236}">
                <a16:creationId xmlns:a16="http://schemas.microsoft.com/office/drawing/2014/main" id="{A36D2011-9E99-44AA-8612-4EEBAAA5D036}"/>
              </a:ext>
            </a:extLst>
          </p:cNvPr>
          <p:cNvSpPr>
            <a:spLocks noGrp="1"/>
          </p:cNvSpPr>
          <p:nvPr>
            <p:ph type="pic" sz="quarter" idx="25" hasCustomPrompt="1"/>
          </p:nvPr>
        </p:nvSpPr>
        <p:spPr>
          <a:xfrm>
            <a:off x="7772400" y="2532888"/>
            <a:ext cx="457200" cy="457200"/>
          </a:xfrm>
        </p:spPr>
        <p:txBody>
          <a:bodyPr anchor="ctr"/>
          <a:lstStyle>
            <a:lvl1pPr algn="ctr">
              <a:buNone/>
              <a:defRPr sz="900"/>
            </a:lvl1pPr>
          </a:lstStyle>
          <a:p>
            <a:r>
              <a:rPr lang="en-US" dirty="0"/>
              <a:t>Icon</a:t>
            </a:r>
          </a:p>
        </p:txBody>
      </p:sp>
      <p:sp>
        <p:nvSpPr>
          <p:cNvPr id="24" name="Picture Placeholder 14">
            <a:extLst>
              <a:ext uri="{FF2B5EF4-FFF2-40B4-BE49-F238E27FC236}">
                <a16:creationId xmlns:a16="http://schemas.microsoft.com/office/drawing/2014/main" id="{80B0958E-0709-4604-ADAF-A6137275F31B}"/>
              </a:ext>
            </a:extLst>
          </p:cNvPr>
          <p:cNvSpPr>
            <a:spLocks noGrp="1"/>
          </p:cNvSpPr>
          <p:nvPr>
            <p:ph type="pic" sz="quarter" idx="26" hasCustomPrompt="1"/>
          </p:nvPr>
        </p:nvSpPr>
        <p:spPr>
          <a:xfrm>
            <a:off x="7772400" y="3630168"/>
            <a:ext cx="457200" cy="457200"/>
          </a:xfrm>
        </p:spPr>
        <p:txBody>
          <a:bodyPr anchor="ctr"/>
          <a:lstStyle>
            <a:lvl1pPr algn="ctr">
              <a:buNone/>
              <a:defRPr sz="900"/>
            </a:lvl1pPr>
          </a:lstStyle>
          <a:p>
            <a:r>
              <a:rPr lang="en-US" dirty="0"/>
              <a:t>Icon</a:t>
            </a:r>
          </a:p>
        </p:txBody>
      </p:sp>
      <p:sp>
        <p:nvSpPr>
          <p:cNvPr id="25" name="Picture Placeholder 14">
            <a:extLst>
              <a:ext uri="{FF2B5EF4-FFF2-40B4-BE49-F238E27FC236}">
                <a16:creationId xmlns:a16="http://schemas.microsoft.com/office/drawing/2014/main" id="{F4A09204-1398-472F-B713-0AD49188773D}"/>
              </a:ext>
            </a:extLst>
          </p:cNvPr>
          <p:cNvSpPr>
            <a:spLocks noGrp="1"/>
          </p:cNvSpPr>
          <p:nvPr>
            <p:ph type="pic" sz="quarter" idx="27" hasCustomPrompt="1"/>
          </p:nvPr>
        </p:nvSpPr>
        <p:spPr>
          <a:xfrm>
            <a:off x="7772400" y="4754880"/>
            <a:ext cx="457200" cy="457200"/>
          </a:xfrm>
        </p:spPr>
        <p:txBody>
          <a:bodyPr anchor="ctr"/>
          <a:lstStyle>
            <a:lvl1pPr algn="ctr">
              <a:buNone/>
              <a:defRPr sz="900"/>
            </a:lvl1pPr>
          </a:lstStyle>
          <a:p>
            <a:r>
              <a:rPr lang="en-US" dirty="0"/>
              <a:t>Icon</a:t>
            </a:r>
          </a:p>
        </p:txBody>
      </p:sp>
    </p:spTree>
    <p:extLst>
      <p:ext uri="{BB962C8B-B14F-4D97-AF65-F5344CB8AC3E}">
        <p14:creationId xmlns:p14="http://schemas.microsoft.com/office/powerpoint/2010/main" val="3439343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r>
              <a:rPr lang="en-US" dirty="0"/>
              <a:t>9/4/20XX</a:t>
            </a:r>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4009944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r>
              <a:rPr lang="en-US" dirty="0"/>
              <a:t>9/4/20XX</a:t>
            </a:r>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40603778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r>
              <a:rPr lang="en-US" dirty="0"/>
              <a:t>9/4/20XX</a:t>
            </a:r>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7772245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r>
              <a:rPr lang="en-US" dirty="0"/>
              <a:t>9/4/20XX</a:t>
            </a:r>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433248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9/4/20XX</a:t>
            </a:r>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5A5C87-DF58-40C8-B092-1DE63DB4547E}" type="slidenum">
              <a:rPr lang="en-US" smtClean="0"/>
              <a:t>‹#›</a:t>
            </a:fld>
            <a:endParaRPr lang="en-US" dirty="0"/>
          </a:p>
        </p:txBody>
      </p:sp>
    </p:spTree>
    <p:extLst>
      <p:ext uri="{BB962C8B-B14F-4D97-AF65-F5344CB8AC3E}">
        <p14:creationId xmlns:p14="http://schemas.microsoft.com/office/powerpoint/2010/main" val="1785134420"/>
      </p:ext>
    </p:extLst>
  </p:cSld>
  <p:clrMap bg1="lt1" tx1="dk1" bg2="lt2" tx2="dk2" accent1="accent1" accent2="accent2" accent3="accent3" accent4="accent4" accent5="accent5" accent6="accent6" hlink="hlink" folHlink="folHlink"/>
  <p:sldLayoutIdLst>
    <p:sldLayoutId id="2147483721" r:id="rId1"/>
    <p:sldLayoutId id="2147483730" r:id="rId2"/>
    <p:sldLayoutId id="2147483731" r:id="rId3"/>
    <p:sldLayoutId id="2147483723" r:id="rId4"/>
    <p:sldLayoutId id="2147483737" r:id="rId5"/>
    <p:sldLayoutId id="2147483722" r:id="rId6"/>
    <p:sldLayoutId id="2147483732" r:id="rId7"/>
    <p:sldLayoutId id="2147483736" r:id="rId8"/>
    <p:sldLayoutId id="2147483725" r:id="rId9"/>
    <p:sldLayoutId id="2147483733" r:id="rId10"/>
    <p:sldLayoutId id="2147483734" r:id="rId11"/>
    <p:sldLayoutId id="2147483735" r:id="rId12"/>
    <p:sldLayoutId id="2147483726" r:id="rId13"/>
    <p:sldLayoutId id="2147483727" r:id="rId14"/>
    <p:sldLayoutId id="2147483728" r:id="rId15"/>
    <p:sldLayoutId id="2147483729" r:id="rId1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4.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4.xml"/><Relationship Id="rId5" Type="http://schemas.openxmlformats.org/officeDocument/2006/relationships/image" Target="../media/image46.pn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D9D20-B4BB-42AA-8DDD-68CC9F1D95DB}"/>
              </a:ext>
            </a:extLst>
          </p:cNvPr>
          <p:cNvSpPr>
            <a:spLocks noGrp="1"/>
          </p:cNvSpPr>
          <p:nvPr>
            <p:ph type="ctrTitle"/>
          </p:nvPr>
        </p:nvSpPr>
        <p:spPr/>
        <p:txBody>
          <a:bodyPr>
            <a:noAutofit/>
          </a:bodyPr>
          <a:lstStyle/>
          <a:p>
            <a:r>
              <a:rPr lang="en-US" sz="4400" dirty="0"/>
              <a:t>Seismic Wave Propagation &amp; Forward Simulation Advances in Quantum</a:t>
            </a:r>
          </a:p>
        </p:txBody>
      </p:sp>
      <p:sp>
        <p:nvSpPr>
          <p:cNvPr id="3" name="Subtitle 2">
            <a:extLst>
              <a:ext uri="{FF2B5EF4-FFF2-40B4-BE49-F238E27FC236}">
                <a16:creationId xmlns:a16="http://schemas.microsoft.com/office/drawing/2014/main" id="{ED9E8FDB-60EE-45AE-BB89-9A561A61C2AC}"/>
              </a:ext>
            </a:extLst>
          </p:cNvPr>
          <p:cNvSpPr>
            <a:spLocks noGrp="1"/>
          </p:cNvSpPr>
          <p:nvPr>
            <p:ph type="subTitle" idx="1"/>
          </p:nvPr>
        </p:nvSpPr>
        <p:spPr>
          <a:xfrm>
            <a:off x="2487168" y="4142231"/>
            <a:ext cx="7223760" cy="1392807"/>
          </a:xfrm>
        </p:spPr>
        <p:txBody>
          <a:bodyPr>
            <a:normAutofit/>
          </a:bodyPr>
          <a:lstStyle/>
          <a:p>
            <a:pPr>
              <a:lnSpc>
                <a:spcPct val="100000"/>
              </a:lnSpc>
              <a:spcBef>
                <a:spcPts val="0"/>
              </a:spcBef>
            </a:pPr>
            <a:r>
              <a:rPr lang="en-US" sz="2400" i="1" dirty="0"/>
              <a:t>ErSE-299: Directed Research</a:t>
            </a:r>
          </a:p>
          <a:p>
            <a:pPr>
              <a:lnSpc>
                <a:spcPct val="100000"/>
              </a:lnSpc>
              <a:spcBef>
                <a:spcPts val="0"/>
              </a:spcBef>
            </a:pPr>
            <a:r>
              <a:rPr lang="en-US" sz="2400" i="1" dirty="0"/>
              <a:t>Advisor: Prof. David Keyes</a:t>
            </a:r>
          </a:p>
          <a:p>
            <a:pPr>
              <a:lnSpc>
                <a:spcPct val="100000"/>
              </a:lnSpc>
            </a:pPr>
            <a:r>
              <a:rPr lang="en-US" sz="2400" dirty="0"/>
              <a:t>Amnah Samarin </a:t>
            </a:r>
          </a:p>
        </p:txBody>
      </p:sp>
    </p:spTree>
    <p:extLst>
      <p:ext uri="{BB962C8B-B14F-4D97-AF65-F5344CB8AC3E}">
        <p14:creationId xmlns:p14="http://schemas.microsoft.com/office/powerpoint/2010/main" val="183373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FD163-3E1F-2C52-C720-D67190758FA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CC02333-FEAB-05C6-3529-A30CB1C06B97}"/>
              </a:ext>
            </a:extLst>
          </p:cNvPr>
          <p:cNvSpPr>
            <a:spLocks noGrp="1"/>
          </p:cNvSpPr>
          <p:nvPr>
            <p:ph type="title"/>
          </p:nvPr>
        </p:nvSpPr>
        <p:spPr/>
        <p:txBody>
          <a:bodyPr/>
          <a:lstStyle/>
          <a:p>
            <a:r>
              <a:rPr lang="en-US" dirty="0"/>
              <a:t>Agenda </a:t>
            </a:r>
            <a:endParaRPr lang="en-NL"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E9AD77F-194D-1C69-706D-3B24B1882DA7}"/>
                  </a:ext>
                </a:extLst>
              </p:cNvPr>
              <p:cNvSpPr txBox="1"/>
              <p:nvPr/>
            </p:nvSpPr>
            <p:spPr>
              <a:xfrm>
                <a:off x="1115568" y="2291482"/>
                <a:ext cx="10168128" cy="4473853"/>
              </a:xfrm>
              <a:prstGeom prst="rect">
                <a:avLst/>
              </a:prstGeom>
              <a:noFill/>
            </p:spPr>
            <p:txBody>
              <a:bodyPr wrap="square" rtlCol="0">
                <a:spAutoFit/>
              </a:bodyPr>
              <a:lstStyle/>
              <a:p>
                <a:pPr marL="457200" indent="-457200">
                  <a:lnSpc>
                    <a:spcPct val="110000"/>
                  </a:lnSpc>
                  <a:buFont typeface="+mj-lt"/>
                  <a:buAutoNum type="arabicPeriod"/>
                </a:pPr>
                <a:r>
                  <a:rPr lang="en-US" sz="2400" dirty="0"/>
                  <a:t>Objective Revisited</a:t>
                </a:r>
              </a:p>
              <a:p>
                <a:pPr marL="457200" indent="-457200">
                  <a:lnSpc>
                    <a:spcPct val="110000"/>
                  </a:lnSpc>
                  <a:buFont typeface="+mj-lt"/>
                  <a:buAutoNum type="arabicPeriod"/>
                </a:pPr>
                <a:endParaRPr lang="en-US" sz="2400" dirty="0"/>
              </a:p>
              <a:p>
                <a:pPr marL="457200" indent="-457200">
                  <a:buFont typeface="+mj-lt"/>
                  <a:buAutoNum type="arabicPeriod"/>
                </a:pPr>
                <a:r>
                  <a:rPr lang="en-US" sz="2400" dirty="0"/>
                  <a:t>Full Pipeline Map — Quantum Simulation of the 1D Wave Equation</a:t>
                </a:r>
              </a:p>
              <a:p>
                <a:pPr marL="457200" indent="-457200">
                  <a:buFont typeface="+mj-lt"/>
                  <a:buAutoNum type="arabicPeriod"/>
                </a:pPr>
                <a:endParaRPr lang="en-US" sz="2400" dirty="0"/>
              </a:p>
              <a:p>
                <a:pPr marL="457200" indent="-457200">
                  <a:buFont typeface="+mj-lt"/>
                  <a:buAutoNum type="arabicPeriod"/>
                </a:pPr>
                <a:r>
                  <a:rPr lang="en-US" sz="2400" dirty="0"/>
                  <a:t>Tests: </a:t>
                </a:r>
              </a:p>
              <a:p>
                <a:pPr marL="742950" lvl="2" indent="-285750">
                  <a:spcBef>
                    <a:spcPts val="1000"/>
                  </a:spcBef>
                  <a:buFont typeface="Arial" panose="020B0604020202020204" pitchFamily="34" charset="0"/>
                  <a:buChar char="•"/>
                </a:pPr>
                <a:r>
                  <a:rPr lang="en-US" dirty="0"/>
                  <a:t>Fixed qubit count, vary PQC depth</a:t>
                </a:r>
              </a:p>
              <a:p>
                <a:pPr marL="742950" lvl="2" indent="-285750">
                  <a:spcBef>
                    <a:spcPts val="1000"/>
                  </a:spcBef>
                  <a:buFont typeface="Arial" panose="020B0604020202020204" pitchFamily="34" charset="0"/>
                  <a:buChar char="•"/>
                </a:pPr>
                <a:r>
                  <a:rPr lang="en-US" dirty="0"/>
                  <a:t>Fixed </a:t>
                </a:r>
                <a14:m>
                  <m:oMath xmlns:m="http://schemas.openxmlformats.org/officeDocument/2006/math">
                    <m:sSub>
                      <m:sSubPr>
                        <m:ctrlPr>
                          <a:rPr lang="ar-SA" i="1">
                            <a:latin typeface="Cambria Math" panose="02040503050406030204" pitchFamily="18" charset="0"/>
                          </a:rPr>
                        </m:ctrlPr>
                      </m:sSubPr>
                      <m:e>
                        <m:r>
                          <a:rPr lang="ar-SA">
                            <a:latin typeface="Cambria Math" panose="02040503050406030204" pitchFamily="18" charset="0"/>
                          </a:rPr>
                          <m:t>𝑛</m:t>
                        </m:r>
                      </m:e>
                      <m:sub>
                        <m:r>
                          <m:rPr>
                            <m:nor/>
                          </m:rPr>
                          <a:rPr lang="en-US"/>
                          <m:t>sys</m:t>
                        </m:r>
                      </m:sub>
                    </m:sSub>
                  </m:oMath>
                </a14:m>
                <a:r>
                  <a:rPr lang="en-US" dirty="0"/>
                  <a:t>and PQC depth, vary optimization iterations</a:t>
                </a:r>
              </a:p>
              <a:p>
                <a:pPr marL="742950" lvl="2" indent="-285750">
                  <a:spcBef>
                    <a:spcPts val="1000"/>
                  </a:spcBef>
                  <a:buFont typeface="Arial" panose="020B0604020202020204" pitchFamily="34" charset="0"/>
                  <a:buChar char="•"/>
                </a:pPr>
                <a:r>
                  <a:rPr lang="en-US" dirty="0"/>
                  <a:t>Increase </a:t>
                </a:r>
                <a14:m>
                  <m:oMath xmlns:m="http://schemas.openxmlformats.org/officeDocument/2006/math">
                    <m:sSub>
                      <m:sSubPr>
                        <m:ctrlPr>
                          <a:rPr lang="ar-SA" i="1">
                            <a:latin typeface="Cambria Math" panose="02040503050406030204" pitchFamily="18" charset="0"/>
                          </a:rPr>
                        </m:ctrlPr>
                      </m:sSubPr>
                      <m:e>
                        <m:r>
                          <a:rPr lang="ar-SA">
                            <a:latin typeface="Cambria Math" panose="02040503050406030204" pitchFamily="18" charset="0"/>
                          </a:rPr>
                          <m:t>𝑛</m:t>
                        </m:r>
                      </m:e>
                      <m:sub>
                        <m:r>
                          <m:rPr>
                            <m:nor/>
                          </m:rPr>
                          <a:rPr lang="en-US"/>
                          <m:t>sys</m:t>
                        </m:r>
                      </m:sub>
                    </m:sSub>
                  </m:oMath>
                </a14:m>
                <a:r>
                  <a:rPr lang="en-US" dirty="0"/>
                  <a:t>while keeping PQC depth and optimization steps fixed</a:t>
                </a:r>
              </a:p>
              <a:p>
                <a:pPr marL="742950" lvl="2" indent="-285750">
                  <a:spcBef>
                    <a:spcPts val="1000"/>
                  </a:spcBef>
                  <a:buFont typeface="Arial" panose="020B0604020202020204" pitchFamily="34" charset="0"/>
                  <a:buChar char="•"/>
                </a:pPr>
                <a:r>
                  <a:rPr lang="en-US" dirty="0"/>
                  <a:t>Fidelity vs. time </a:t>
                </a:r>
                <a14:m>
                  <m:oMath xmlns:m="http://schemas.openxmlformats.org/officeDocument/2006/math">
                    <m:r>
                      <a:rPr lang="en-US">
                        <a:latin typeface="Cambria Math" panose="02040503050406030204" pitchFamily="18" charset="0"/>
                      </a:rPr>
                      <m:t>𝑡</m:t>
                    </m:r>
                  </m:oMath>
                </a14:m>
                <a:r>
                  <a:rPr lang="en-US" dirty="0"/>
                  <a:t>under different noise types</a:t>
                </a:r>
              </a:p>
              <a:p>
                <a:endParaRPr lang="en-US" sz="2400" dirty="0"/>
              </a:p>
              <a:p>
                <a:pPr>
                  <a:lnSpc>
                    <a:spcPct val="110000"/>
                  </a:lnSpc>
                </a:pPr>
                <a:endParaRPr lang="en-US" sz="2400" dirty="0"/>
              </a:p>
            </p:txBody>
          </p:sp>
        </mc:Choice>
        <mc:Fallback xmlns="">
          <p:sp>
            <p:nvSpPr>
              <p:cNvPr id="2" name="TextBox 1">
                <a:extLst>
                  <a:ext uri="{FF2B5EF4-FFF2-40B4-BE49-F238E27FC236}">
                    <a16:creationId xmlns:a16="http://schemas.microsoft.com/office/drawing/2014/main" id="{6E9AD77F-194D-1C69-706D-3B24B1882DA7}"/>
                  </a:ext>
                </a:extLst>
              </p:cNvPr>
              <p:cNvSpPr txBox="1">
                <a:spLocks noRot="1" noChangeAspect="1" noMove="1" noResize="1" noEditPoints="1" noAdjustHandles="1" noChangeArrowheads="1" noChangeShapeType="1" noTextEdit="1"/>
              </p:cNvSpPr>
              <p:nvPr/>
            </p:nvSpPr>
            <p:spPr>
              <a:xfrm>
                <a:off x="1115568" y="2291482"/>
                <a:ext cx="10168128" cy="4473853"/>
              </a:xfrm>
              <a:prstGeom prst="rect">
                <a:avLst/>
              </a:prstGeom>
              <a:blipFill>
                <a:blip r:embed="rId2"/>
                <a:stretch>
                  <a:fillRect l="-959" t="-817"/>
                </a:stretch>
              </a:blipFill>
            </p:spPr>
            <p:txBody>
              <a:bodyPr/>
              <a:lstStyle/>
              <a:p>
                <a:r>
                  <a:rPr lang="en-NL">
                    <a:noFill/>
                  </a:rPr>
                  <a:t> </a:t>
                </a:r>
              </a:p>
            </p:txBody>
          </p:sp>
        </mc:Fallback>
      </mc:AlternateContent>
    </p:spTree>
    <p:extLst>
      <p:ext uri="{BB962C8B-B14F-4D97-AF65-F5344CB8AC3E}">
        <p14:creationId xmlns:p14="http://schemas.microsoft.com/office/powerpoint/2010/main" val="477311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8125A-1D6F-E811-607F-747398F7BF0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C1E3ACA-668E-44EC-14C3-F3BFA4B9609E}"/>
              </a:ext>
            </a:extLst>
          </p:cNvPr>
          <p:cNvSpPr>
            <a:spLocks noGrp="1"/>
          </p:cNvSpPr>
          <p:nvPr>
            <p:ph type="title"/>
          </p:nvPr>
        </p:nvSpPr>
        <p:spPr/>
        <p:txBody>
          <a:bodyPr/>
          <a:lstStyle/>
          <a:p>
            <a:r>
              <a:rPr lang="en-US" dirty="0"/>
              <a:t>Objective </a:t>
            </a:r>
            <a:endParaRPr lang="en-NL" dirty="0"/>
          </a:p>
        </p:txBody>
      </p:sp>
      <p:sp>
        <p:nvSpPr>
          <p:cNvPr id="2" name="TextBox 1">
            <a:extLst>
              <a:ext uri="{FF2B5EF4-FFF2-40B4-BE49-F238E27FC236}">
                <a16:creationId xmlns:a16="http://schemas.microsoft.com/office/drawing/2014/main" id="{E08FDA8A-C6E4-74A6-F4B4-BF9F13E1A121}"/>
              </a:ext>
            </a:extLst>
          </p:cNvPr>
          <p:cNvSpPr txBox="1"/>
          <p:nvPr/>
        </p:nvSpPr>
        <p:spPr>
          <a:xfrm>
            <a:off x="489791" y="2291482"/>
            <a:ext cx="10793905" cy="4001095"/>
          </a:xfrm>
          <a:prstGeom prst="rect">
            <a:avLst/>
          </a:prstGeom>
          <a:noFill/>
        </p:spPr>
        <p:txBody>
          <a:bodyPr wrap="square" rtlCol="0">
            <a:spAutoFit/>
          </a:bodyPr>
          <a:lstStyle/>
          <a:p>
            <a:r>
              <a:rPr lang="en-US" b="1" dirty="0"/>
              <a:t>This project aims to understand and explore how quantum computers—particularly NISQ-era gate-based devices—can simulate the 1D acoustic wave equation using recent theoretical developments. </a:t>
            </a:r>
          </a:p>
          <a:p>
            <a:endParaRPr lang="en-US" dirty="0"/>
          </a:p>
          <a:p>
            <a:r>
              <a:rPr lang="en-US" dirty="0"/>
              <a:t>The work builds on:</a:t>
            </a:r>
          </a:p>
          <a:p>
            <a:pPr marL="342900" indent="-342900">
              <a:buFont typeface="+mj-lt"/>
              <a:buAutoNum type="arabicPeriod"/>
            </a:pPr>
            <a:r>
              <a:rPr lang="en-US" sz="1400" dirty="0"/>
              <a:t>Quantum Algorithm for Simulating the Wave Equation (Phys. Rev. A, 2019), which introduces </a:t>
            </a:r>
            <a:r>
              <a:rPr lang="en-US" sz="1400" dirty="0" err="1"/>
              <a:t>Schrödingerization</a:t>
            </a:r>
            <a:r>
              <a:rPr lang="en-US" sz="1400" dirty="0"/>
              <a:t> and the QFT-based spectral formulation of PDEs. </a:t>
            </a:r>
          </a:p>
          <a:p>
            <a:pPr marL="342900" indent="-342900">
              <a:buFont typeface="+mj-lt"/>
              <a:buAutoNum type="arabicPeriod"/>
            </a:pPr>
            <a:r>
              <a:rPr lang="en-US" sz="1400" dirty="0"/>
              <a:t>Noisy Intermediate-Scale Quantum Simulation of the 1D Wave Equation (Wright et al., 2024), which demonstrates a hardware-efficient approximation (Eq. 14) suitable for real NISQ hardware—this is the algorithm reproduced and studied in the notebook. </a:t>
            </a:r>
          </a:p>
          <a:p>
            <a:endParaRPr lang="en-US" dirty="0"/>
          </a:p>
          <a:p>
            <a:r>
              <a:rPr lang="en-US" dirty="0"/>
              <a:t>By implementing these methods end-to-end, the project evaluates how accurately </a:t>
            </a:r>
            <a:r>
              <a:rPr lang="en-US" strike="sngStrike" dirty="0"/>
              <a:t>and efficiently</a:t>
            </a:r>
            <a:r>
              <a:rPr lang="en-US" dirty="0"/>
              <a:t> a quantum device can reproduce wave propagation dynamics in a form that parallels seismic forward modeling, and assesses the feasibility of integrating such quantum techniques into future geophysical workflows.</a:t>
            </a:r>
          </a:p>
          <a:p>
            <a:endParaRPr lang="en-NL" dirty="0"/>
          </a:p>
        </p:txBody>
      </p:sp>
    </p:spTree>
    <p:extLst>
      <p:ext uri="{BB962C8B-B14F-4D97-AF65-F5344CB8AC3E}">
        <p14:creationId xmlns:p14="http://schemas.microsoft.com/office/powerpoint/2010/main" val="2883343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6076223-381A-5D9A-3DCE-BE18710BA76F}"/>
              </a:ext>
            </a:extLst>
          </p:cNvPr>
          <p:cNvSpPr>
            <a:spLocks noGrp="1"/>
          </p:cNvSpPr>
          <p:nvPr>
            <p:ph type="title"/>
          </p:nvPr>
        </p:nvSpPr>
        <p:spPr/>
        <p:txBody>
          <a:bodyPr>
            <a:normAutofit fontScale="90000"/>
          </a:bodyPr>
          <a:lstStyle/>
          <a:p>
            <a:r>
              <a:rPr lang="en-US" dirty="0"/>
              <a:t>Full Pipeline Map — Quantum Simulation of the 1D Wave Equation</a:t>
            </a:r>
            <a:endParaRPr lang="en-NL" dirty="0"/>
          </a:p>
        </p:txBody>
      </p:sp>
      <p:pic>
        <p:nvPicPr>
          <p:cNvPr id="22" name="Picture 21" descr="A diagram of a flowchart&#10;&#10;AI-generated content may be incorrect.">
            <a:extLst>
              <a:ext uri="{FF2B5EF4-FFF2-40B4-BE49-F238E27FC236}">
                <a16:creationId xmlns:a16="http://schemas.microsoft.com/office/drawing/2014/main" id="{DFEA0487-282C-876B-0971-4A4CB3D1267A}"/>
              </a:ext>
            </a:extLst>
          </p:cNvPr>
          <p:cNvPicPr>
            <a:picLocks noChangeAspect="1"/>
          </p:cNvPicPr>
          <p:nvPr/>
        </p:nvPicPr>
        <p:blipFill>
          <a:blip r:embed="rId2"/>
          <a:stretch>
            <a:fillRect/>
          </a:stretch>
        </p:blipFill>
        <p:spPr>
          <a:xfrm>
            <a:off x="381965" y="1728216"/>
            <a:ext cx="11335358" cy="5085976"/>
          </a:xfrm>
          <a:prstGeom prst="rect">
            <a:avLst/>
          </a:prstGeom>
        </p:spPr>
      </p:pic>
    </p:spTree>
    <p:extLst>
      <p:ext uri="{BB962C8B-B14F-4D97-AF65-F5344CB8AC3E}">
        <p14:creationId xmlns:p14="http://schemas.microsoft.com/office/powerpoint/2010/main" val="2141362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flowchart&#10;&#10;AI-generated content may be incorrect.">
            <a:extLst>
              <a:ext uri="{FF2B5EF4-FFF2-40B4-BE49-F238E27FC236}">
                <a16:creationId xmlns:a16="http://schemas.microsoft.com/office/drawing/2014/main" id="{C6834A04-8E02-2703-905A-A7284CFC6150}"/>
              </a:ext>
            </a:extLst>
          </p:cNvPr>
          <p:cNvPicPr>
            <a:picLocks noChangeAspect="1"/>
          </p:cNvPicPr>
          <p:nvPr/>
        </p:nvPicPr>
        <p:blipFill>
          <a:blip r:embed="rId2"/>
          <a:srcRect r="64567" b="66318"/>
          <a:stretch>
            <a:fillRect/>
          </a:stretch>
        </p:blipFill>
        <p:spPr>
          <a:xfrm>
            <a:off x="0" y="0"/>
            <a:ext cx="4016415" cy="1713053"/>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EACA2D2-D592-B478-40F4-746CEB381A25}"/>
                  </a:ext>
                </a:extLst>
              </p:cNvPr>
              <p:cNvSpPr txBox="1"/>
              <p:nvPr/>
            </p:nvSpPr>
            <p:spPr>
              <a:xfrm>
                <a:off x="3657600" y="1921399"/>
                <a:ext cx="8171727" cy="3735382"/>
              </a:xfrm>
              <a:prstGeom prst="rect">
                <a:avLst/>
              </a:prstGeom>
              <a:noFill/>
            </p:spPr>
            <p:txBody>
              <a:bodyPr wrap="square" rtlCol="0">
                <a:spAutoFit/>
              </a:bodyPr>
              <a:lstStyle/>
              <a:p>
                <a:r>
                  <a:rPr lang="en-US" dirty="0"/>
                  <a:t>Each of the </a:t>
                </a:r>
                <a14:m>
                  <m:oMath xmlns:m="http://schemas.openxmlformats.org/officeDocument/2006/math">
                    <m:r>
                      <a:rPr lang="en-US" i="1">
                        <a:latin typeface="Cambria Math" panose="02040503050406030204" pitchFamily="18" charset="0"/>
                      </a:rPr>
                      <m:t>𝑁</m:t>
                    </m:r>
                  </m:oMath>
                </a14:m>
                <a:r>
                  <a:rPr lang="en-US" dirty="0"/>
                  <a:t>spatial points must map to a computational basis state </a:t>
                </a:r>
                <a14:m>
                  <m:oMath xmlns:m="http://schemas.openxmlformats.org/officeDocument/2006/math">
                    <m:d>
                      <m:dPr>
                        <m:begChr m:val=""/>
                        <m:endChr m:val="⟩"/>
                        <m:ctrlPr>
                          <a:rPr lang="ar-SA" i="1">
                            <a:latin typeface="Cambria Math" panose="02040503050406030204" pitchFamily="18" charset="0"/>
                          </a:rPr>
                        </m:ctrlPr>
                      </m:dPr>
                      <m:e>
                        <m:r>
                          <a:rPr lang="ar-SA">
                            <a:latin typeface="Cambria Math" panose="02040503050406030204" pitchFamily="18" charset="0"/>
                          </a:rPr>
                          <m:t>∣</m:t>
                        </m:r>
                        <m:r>
                          <a:rPr lang="ar-SA" i="1">
                            <a:latin typeface="Cambria Math" panose="02040503050406030204" pitchFamily="18" charset="0"/>
                          </a:rPr>
                          <m:t>𝑥</m:t>
                        </m:r>
                      </m:e>
                    </m:d>
                  </m:oMath>
                </a14:m>
                <a:r>
                  <a:rPr lang="ar-SA" dirty="0"/>
                  <a:t>.</a:t>
                </a:r>
                <a:br>
                  <a:rPr lang="ar-SA" dirty="0"/>
                </a:br>
                <a:r>
                  <a:rPr lang="en-US" dirty="0"/>
                  <a:t>Quantum amplitude encoding therefore uses:</a:t>
                </a:r>
              </a:p>
              <a:p>
                <a:endParaRPr lang="en-US" dirty="0"/>
              </a:p>
              <a:p>
                <a:endParaRPr lang="en-US" dirty="0"/>
              </a:p>
              <a:p>
                <a:endParaRPr lang="en-US" dirty="0"/>
              </a:p>
              <a:p>
                <a:r>
                  <a:rPr lang="en-US" dirty="0"/>
                  <a:t>with dimension</a:t>
                </a:r>
              </a:p>
              <a:p>
                <a:endParaRPr lang="en-US" dirty="0"/>
              </a:p>
              <a:p>
                <a:endParaRPr lang="en-US" dirty="0"/>
              </a:p>
              <a:p>
                <a:endParaRPr lang="en-US" dirty="0"/>
              </a:p>
              <a:p>
                <a:endParaRPr lang="en-US" dirty="0"/>
              </a:p>
              <a:p>
                <a:r>
                  <a:rPr lang="en-US" dirty="0"/>
                  <a:t>This establishes the </a:t>
                </a:r>
                <a:r>
                  <a:rPr lang="en-US" b="1" dirty="0"/>
                  <a:t>Hilbert-space representation of the spatial domain</a:t>
                </a:r>
                <a:r>
                  <a:rPr lang="en-US" dirty="0"/>
                  <a:t>.</a:t>
                </a:r>
                <a:br>
                  <a:rPr lang="en-US" dirty="0"/>
                </a:br>
                <a:r>
                  <a:rPr lang="en-US" dirty="0"/>
                  <a:t>Every amplitude of the quantum state corresponds to one grid point </a:t>
                </a:r>
                <a14:m>
                  <m:oMath xmlns:m="http://schemas.openxmlformats.org/officeDocument/2006/math">
                    <m:r>
                      <a:rPr lang="en-US" i="1">
                        <a:latin typeface="Cambria Math" panose="02040503050406030204" pitchFamily="18" charset="0"/>
                      </a:rPr>
                      <m:t>𝑔</m:t>
                    </m:r>
                    <m:d>
                      <m:dPr>
                        <m:ctrlPr>
                          <a:rPr lang="ar-SA" i="1">
                            <a:latin typeface="Cambria Math" panose="02040503050406030204" pitchFamily="18" charset="0"/>
                          </a:rPr>
                        </m:ctrlPr>
                      </m:dPr>
                      <m:e>
                        <m:sSub>
                          <m:sSubPr>
                            <m:ctrlPr>
                              <a:rPr lang="ar-SA" i="1">
                                <a:latin typeface="Cambria Math" panose="02040503050406030204" pitchFamily="18" charset="0"/>
                              </a:rPr>
                            </m:ctrlPr>
                          </m:sSubPr>
                          <m:e>
                            <m:r>
                              <a:rPr lang="ar-SA" i="1">
                                <a:latin typeface="Cambria Math" panose="02040503050406030204" pitchFamily="18" charset="0"/>
                              </a:rPr>
                              <m:t>𝑥</m:t>
                            </m:r>
                          </m:e>
                          <m:sub>
                            <m:r>
                              <a:rPr lang="ar-SA" i="1">
                                <a:latin typeface="Cambria Math" panose="02040503050406030204" pitchFamily="18" charset="0"/>
                              </a:rPr>
                              <m:t>𝑗</m:t>
                            </m:r>
                          </m:sub>
                        </m:sSub>
                      </m:e>
                    </m:d>
                  </m:oMath>
                </a14:m>
                <a:r>
                  <a:rPr lang="ar-SA" dirty="0"/>
                  <a:t>.</a:t>
                </a:r>
              </a:p>
              <a:p>
                <a:endParaRPr lang="en-NL" dirty="0"/>
              </a:p>
            </p:txBody>
          </p:sp>
        </mc:Choice>
        <mc:Fallback xmlns="">
          <p:sp>
            <p:nvSpPr>
              <p:cNvPr id="6" name="TextBox 5">
                <a:extLst>
                  <a:ext uri="{FF2B5EF4-FFF2-40B4-BE49-F238E27FC236}">
                    <a16:creationId xmlns:a16="http://schemas.microsoft.com/office/drawing/2014/main" id="{FEACA2D2-D592-B478-40F4-746CEB381A25}"/>
                  </a:ext>
                </a:extLst>
              </p:cNvPr>
              <p:cNvSpPr txBox="1">
                <a:spLocks noRot="1" noChangeAspect="1" noMove="1" noResize="1" noEditPoints="1" noAdjustHandles="1" noChangeArrowheads="1" noChangeShapeType="1" noTextEdit="1"/>
              </p:cNvSpPr>
              <p:nvPr/>
            </p:nvSpPr>
            <p:spPr>
              <a:xfrm>
                <a:off x="3657600" y="1921399"/>
                <a:ext cx="8171727" cy="3735382"/>
              </a:xfrm>
              <a:prstGeom prst="rect">
                <a:avLst/>
              </a:prstGeom>
              <a:blipFill>
                <a:blip r:embed="rId3"/>
                <a:stretch>
                  <a:fillRect l="-597" t="-11746"/>
                </a:stretch>
              </a:blipFill>
            </p:spPr>
            <p:txBody>
              <a:bodyPr/>
              <a:lstStyle/>
              <a:p>
                <a:r>
                  <a:rPr lang="en-NL">
                    <a:noFill/>
                  </a:rPr>
                  <a:t> </a:t>
                </a:r>
              </a:p>
            </p:txBody>
          </p:sp>
        </mc:Fallback>
      </mc:AlternateContent>
      <p:pic>
        <p:nvPicPr>
          <p:cNvPr id="8" name="Picture 7" descr="A math equations and formulas&#10;&#10;AI-generated content may be incorrect.">
            <a:extLst>
              <a:ext uri="{FF2B5EF4-FFF2-40B4-BE49-F238E27FC236}">
                <a16:creationId xmlns:a16="http://schemas.microsoft.com/office/drawing/2014/main" id="{38036B39-1AC8-3F16-1263-D202A017D105}"/>
              </a:ext>
            </a:extLst>
          </p:cNvPr>
          <p:cNvPicPr>
            <a:picLocks noChangeAspect="1"/>
          </p:cNvPicPr>
          <p:nvPr/>
        </p:nvPicPr>
        <p:blipFill>
          <a:blip r:embed="rId4"/>
          <a:srcRect b="68109"/>
          <a:stretch>
            <a:fillRect/>
          </a:stretch>
        </p:blipFill>
        <p:spPr>
          <a:xfrm>
            <a:off x="5556987" y="2890686"/>
            <a:ext cx="5618203" cy="489124"/>
          </a:xfrm>
          <a:prstGeom prst="rect">
            <a:avLst/>
          </a:prstGeom>
        </p:spPr>
      </p:pic>
      <p:pic>
        <p:nvPicPr>
          <p:cNvPr id="10" name="Picture 9" descr="A math equations and formulas&#10;&#10;AI-generated content may be incorrect.">
            <a:extLst>
              <a:ext uri="{FF2B5EF4-FFF2-40B4-BE49-F238E27FC236}">
                <a16:creationId xmlns:a16="http://schemas.microsoft.com/office/drawing/2014/main" id="{B754E32D-D748-ABEC-DDAF-7A73A4D4A69D}"/>
              </a:ext>
            </a:extLst>
          </p:cNvPr>
          <p:cNvPicPr>
            <a:picLocks noChangeAspect="1"/>
          </p:cNvPicPr>
          <p:nvPr/>
        </p:nvPicPr>
        <p:blipFill>
          <a:blip r:embed="rId4"/>
          <a:srcRect t="68109"/>
          <a:stretch>
            <a:fillRect/>
          </a:stretch>
        </p:blipFill>
        <p:spPr>
          <a:xfrm>
            <a:off x="5441240" y="4066088"/>
            <a:ext cx="5618203" cy="489124"/>
          </a:xfrm>
          <a:prstGeom prst="rect">
            <a:avLst/>
          </a:prstGeom>
        </p:spPr>
      </p:pic>
    </p:spTree>
    <p:extLst>
      <p:ext uri="{BB962C8B-B14F-4D97-AF65-F5344CB8AC3E}">
        <p14:creationId xmlns:p14="http://schemas.microsoft.com/office/powerpoint/2010/main" val="3829553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BC333-9CF6-CAC9-4E50-574439F7BDB1}"/>
            </a:ext>
          </a:extLst>
        </p:cNvPr>
        <p:cNvGrpSpPr/>
        <p:nvPr/>
      </p:nvGrpSpPr>
      <p:grpSpPr>
        <a:xfrm>
          <a:off x="0" y="0"/>
          <a:ext cx="0" cy="0"/>
          <a:chOff x="0" y="0"/>
          <a:chExt cx="0" cy="0"/>
        </a:xfrm>
      </p:grpSpPr>
      <p:pic>
        <p:nvPicPr>
          <p:cNvPr id="5" name="Picture 4" descr="A diagram of a flowchart&#10;&#10;AI-generated content may be incorrect.">
            <a:extLst>
              <a:ext uri="{FF2B5EF4-FFF2-40B4-BE49-F238E27FC236}">
                <a16:creationId xmlns:a16="http://schemas.microsoft.com/office/drawing/2014/main" id="{0359A913-6753-825F-ED6D-624A0D54FB7B}"/>
              </a:ext>
            </a:extLst>
          </p:cNvPr>
          <p:cNvPicPr>
            <a:picLocks noChangeAspect="1"/>
          </p:cNvPicPr>
          <p:nvPr/>
        </p:nvPicPr>
        <p:blipFill>
          <a:blip r:embed="rId2"/>
          <a:srcRect t="1" r="69264" b="32578"/>
          <a:stretch>
            <a:fillRect/>
          </a:stretch>
        </p:blipFill>
        <p:spPr>
          <a:xfrm>
            <a:off x="1" y="0"/>
            <a:ext cx="3483980" cy="3429000"/>
          </a:xfrm>
          <a:prstGeom prst="rect">
            <a:avLst/>
          </a:prstGeom>
        </p:spPr>
      </p:pic>
      <p:sp>
        <p:nvSpPr>
          <p:cNvPr id="4" name="TextBox 3">
            <a:extLst>
              <a:ext uri="{FF2B5EF4-FFF2-40B4-BE49-F238E27FC236}">
                <a16:creationId xmlns:a16="http://schemas.microsoft.com/office/drawing/2014/main" id="{935143DF-A608-BDDD-8FE2-77089BD1A45D}"/>
              </a:ext>
            </a:extLst>
          </p:cNvPr>
          <p:cNvSpPr txBox="1"/>
          <p:nvPr/>
        </p:nvSpPr>
        <p:spPr>
          <a:xfrm>
            <a:off x="3657600" y="891254"/>
            <a:ext cx="8171727" cy="5078313"/>
          </a:xfrm>
          <a:prstGeom prst="rect">
            <a:avLst/>
          </a:prstGeom>
          <a:noFill/>
        </p:spPr>
        <p:txBody>
          <a:bodyPr wrap="square" rtlCol="0">
            <a:spAutoFit/>
          </a:bodyPr>
          <a:lstStyle/>
          <a:p>
            <a:br>
              <a:rPr lang="en-US" dirty="0"/>
            </a:br>
            <a:r>
              <a:rPr lang="en-US" dirty="0"/>
              <a:t>The continuous wavelet function need to efficiently encoded into the amplitude distribution over the computational basis. The PQC (Variational Circuit) prepares the initial displacement field:</a:t>
            </a:r>
          </a:p>
          <a:p>
            <a:endParaRPr lang="en-US" dirty="0"/>
          </a:p>
          <a:p>
            <a:br>
              <a:rPr lang="en-US" dirty="0"/>
            </a:br>
            <a:br>
              <a:rPr lang="en-US" dirty="0"/>
            </a:br>
            <a:r>
              <a:rPr lang="en-US" dirty="0"/>
              <a:t>The Ricker wavelet is a localized oscillatory function often used to represent a pulse:</a:t>
            </a:r>
          </a:p>
          <a:p>
            <a:endParaRPr lang="en-US" dirty="0"/>
          </a:p>
          <a:p>
            <a:endParaRPr lang="en-US" dirty="0"/>
          </a:p>
          <a:p>
            <a:endParaRPr lang="en-US" dirty="0"/>
          </a:p>
          <a:p>
            <a:endParaRPr lang="en-US" dirty="0"/>
          </a:p>
          <a:p>
            <a:br>
              <a:rPr lang="en-US" dirty="0"/>
            </a:br>
            <a:br>
              <a:rPr lang="en-US" dirty="0"/>
            </a:br>
            <a:r>
              <a:rPr lang="en-US" dirty="0"/>
              <a:t>They discretize this over N grid points and normalize it to unit norm to be a valid quantum state.</a:t>
            </a:r>
            <a:br>
              <a:rPr lang="en-US" dirty="0"/>
            </a:br>
            <a:endParaRPr lang="en-US" dirty="0"/>
          </a:p>
        </p:txBody>
      </p:sp>
      <p:pic>
        <p:nvPicPr>
          <p:cNvPr id="3" name="Picture 2" descr="A math problem with numbers&#10;&#10;AI-generated content may be incorrect.">
            <a:extLst>
              <a:ext uri="{FF2B5EF4-FFF2-40B4-BE49-F238E27FC236}">
                <a16:creationId xmlns:a16="http://schemas.microsoft.com/office/drawing/2014/main" id="{A46FAD37-84E3-F891-84F2-8FFDA27EC1C5}"/>
              </a:ext>
            </a:extLst>
          </p:cNvPr>
          <p:cNvPicPr>
            <a:picLocks noChangeAspect="1"/>
          </p:cNvPicPr>
          <p:nvPr/>
        </p:nvPicPr>
        <p:blipFill>
          <a:blip r:embed="rId3"/>
          <a:stretch>
            <a:fillRect/>
          </a:stretch>
        </p:blipFill>
        <p:spPr>
          <a:xfrm>
            <a:off x="6003403" y="3591844"/>
            <a:ext cx="3957766" cy="960991"/>
          </a:xfrm>
          <a:prstGeom prst="rect">
            <a:avLst/>
          </a:prstGeom>
        </p:spPr>
      </p:pic>
      <p:pic>
        <p:nvPicPr>
          <p:cNvPr id="9" name="Picture 8" descr="A black text with a white background&#10;&#10;AI-generated content may be incorrect.">
            <a:extLst>
              <a:ext uri="{FF2B5EF4-FFF2-40B4-BE49-F238E27FC236}">
                <a16:creationId xmlns:a16="http://schemas.microsoft.com/office/drawing/2014/main" id="{CB9A4EFC-8964-756B-BB57-5C7E2DB3C97B}"/>
              </a:ext>
            </a:extLst>
          </p:cNvPr>
          <p:cNvPicPr>
            <a:picLocks noChangeAspect="1"/>
          </p:cNvPicPr>
          <p:nvPr/>
        </p:nvPicPr>
        <p:blipFill>
          <a:blip r:embed="rId4"/>
          <a:stretch>
            <a:fillRect/>
          </a:stretch>
        </p:blipFill>
        <p:spPr>
          <a:xfrm>
            <a:off x="6928962" y="2162665"/>
            <a:ext cx="1629002" cy="638264"/>
          </a:xfrm>
          <a:prstGeom prst="rect">
            <a:avLst/>
          </a:prstGeom>
        </p:spPr>
      </p:pic>
    </p:spTree>
    <p:extLst>
      <p:ext uri="{BB962C8B-B14F-4D97-AF65-F5344CB8AC3E}">
        <p14:creationId xmlns:p14="http://schemas.microsoft.com/office/powerpoint/2010/main" val="2589200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DD576-4AB1-5DD9-D1FC-C8F57A748646}"/>
            </a:ext>
          </a:extLst>
        </p:cNvPr>
        <p:cNvGrpSpPr/>
        <p:nvPr/>
      </p:nvGrpSpPr>
      <p:grpSpPr>
        <a:xfrm>
          <a:off x="0" y="0"/>
          <a:ext cx="0" cy="0"/>
          <a:chOff x="0" y="0"/>
          <a:chExt cx="0" cy="0"/>
        </a:xfrm>
      </p:grpSpPr>
      <p:pic>
        <p:nvPicPr>
          <p:cNvPr id="5" name="Picture 4" descr="A diagram of a flowchart&#10;&#10;AI-generated content may be incorrect.">
            <a:extLst>
              <a:ext uri="{FF2B5EF4-FFF2-40B4-BE49-F238E27FC236}">
                <a16:creationId xmlns:a16="http://schemas.microsoft.com/office/drawing/2014/main" id="{707337D1-D877-9483-1C0E-235B7198A1C7}"/>
              </a:ext>
            </a:extLst>
          </p:cNvPr>
          <p:cNvPicPr>
            <a:picLocks noChangeAspect="1"/>
          </p:cNvPicPr>
          <p:nvPr/>
        </p:nvPicPr>
        <p:blipFill>
          <a:blip r:embed="rId2"/>
          <a:srcRect t="1" r="69264" b="32578"/>
          <a:stretch>
            <a:fillRect/>
          </a:stretch>
        </p:blipFill>
        <p:spPr>
          <a:xfrm>
            <a:off x="1" y="0"/>
            <a:ext cx="3483980" cy="3429000"/>
          </a:xfrm>
          <a:prstGeom prst="rect">
            <a:avLst/>
          </a:prstGeom>
        </p:spPr>
      </p:pic>
      <p:pic>
        <p:nvPicPr>
          <p:cNvPr id="6" name="Picture 5" descr="A math equations on a white background&#10;&#10;AI-generated content may be incorrect.">
            <a:extLst>
              <a:ext uri="{FF2B5EF4-FFF2-40B4-BE49-F238E27FC236}">
                <a16:creationId xmlns:a16="http://schemas.microsoft.com/office/drawing/2014/main" id="{F38C246B-911A-663A-020F-280B21C9C896}"/>
              </a:ext>
            </a:extLst>
          </p:cNvPr>
          <p:cNvPicPr>
            <a:picLocks noChangeAspect="1"/>
          </p:cNvPicPr>
          <p:nvPr/>
        </p:nvPicPr>
        <p:blipFill>
          <a:blip r:embed="rId3"/>
          <a:srcRect r="21856" b="50819"/>
          <a:stretch>
            <a:fillRect/>
          </a:stretch>
        </p:blipFill>
        <p:spPr>
          <a:xfrm>
            <a:off x="3740269" y="256279"/>
            <a:ext cx="6378289" cy="1729953"/>
          </a:xfrm>
          <a:prstGeom prst="rect">
            <a:avLst/>
          </a:prstGeom>
        </p:spPr>
      </p:pic>
      <p:pic>
        <p:nvPicPr>
          <p:cNvPr id="8" name="Picture 7" descr="A white paper with black text&#10;&#10;AI-generated content may be incorrect.">
            <a:extLst>
              <a:ext uri="{FF2B5EF4-FFF2-40B4-BE49-F238E27FC236}">
                <a16:creationId xmlns:a16="http://schemas.microsoft.com/office/drawing/2014/main" id="{833C98C5-21B4-5E10-10CE-4FCF4269B584}"/>
              </a:ext>
            </a:extLst>
          </p:cNvPr>
          <p:cNvPicPr>
            <a:picLocks noChangeAspect="1"/>
          </p:cNvPicPr>
          <p:nvPr/>
        </p:nvPicPr>
        <p:blipFill>
          <a:blip r:embed="rId4"/>
          <a:srcRect b="79983"/>
          <a:stretch>
            <a:fillRect/>
          </a:stretch>
        </p:blipFill>
        <p:spPr>
          <a:xfrm>
            <a:off x="3994966" y="2099317"/>
            <a:ext cx="7266592" cy="775667"/>
          </a:xfrm>
          <a:prstGeom prst="rect">
            <a:avLst/>
          </a:prstGeom>
        </p:spPr>
      </p:pic>
      <p:pic>
        <p:nvPicPr>
          <p:cNvPr id="11" name="Picture 10" descr="A screenshot of a math problem&#10;&#10;AI-generated content may be incorrect.">
            <a:extLst>
              <a:ext uri="{FF2B5EF4-FFF2-40B4-BE49-F238E27FC236}">
                <a16:creationId xmlns:a16="http://schemas.microsoft.com/office/drawing/2014/main" id="{198CBFBB-7217-FA70-5EC0-53C4047ECEA6}"/>
              </a:ext>
            </a:extLst>
          </p:cNvPr>
          <p:cNvPicPr>
            <a:picLocks noChangeAspect="1"/>
          </p:cNvPicPr>
          <p:nvPr/>
        </p:nvPicPr>
        <p:blipFill>
          <a:blip r:embed="rId5"/>
          <a:stretch>
            <a:fillRect/>
          </a:stretch>
        </p:blipFill>
        <p:spPr>
          <a:xfrm>
            <a:off x="3994966" y="4804506"/>
            <a:ext cx="6027339" cy="2031482"/>
          </a:xfrm>
          <a:prstGeom prst="rect">
            <a:avLst/>
          </a:prstGeom>
        </p:spPr>
      </p:pic>
      <p:pic>
        <p:nvPicPr>
          <p:cNvPr id="12" name="Picture 11" descr="A math equations on a white background&#10;&#10;AI-generated content may be incorrect.">
            <a:extLst>
              <a:ext uri="{FF2B5EF4-FFF2-40B4-BE49-F238E27FC236}">
                <a16:creationId xmlns:a16="http://schemas.microsoft.com/office/drawing/2014/main" id="{0645A6D0-874C-9858-7FC8-11EF7324C4B2}"/>
              </a:ext>
            </a:extLst>
          </p:cNvPr>
          <p:cNvPicPr>
            <a:picLocks noChangeAspect="1"/>
          </p:cNvPicPr>
          <p:nvPr/>
        </p:nvPicPr>
        <p:blipFill>
          <a:blip r:embed="rId3"/>
          <a:srcRect t="45448"/>
          <a:stretch>
            <a:fillRect/>
          </a:stretch>
        </p:blipFill>
        <p:spPr>
          <a:xfrm>
            <a:off x="13168103" y="1524619"/>
            <a:ext cx="8100632" cy="1904381"/>
          </a:xfrm>
          <a:prstGeom prst="rect">
            <a:avLst/>
          </a:prstGeom>
        </p:spPr>
      </p:pic>
      <p:pic>
        <p:nvPicPr>
          <p:cNvPr id="13" name="Picture 12" descr="A white paper with black text&#10;&#10;AI-generated content may be incorrect.">
            <a:extLst>
              <a:ext uri="{FF2B5EF4-FFF2-40B4-BE49-F238E27FC236}">
                <a16:creationId xmlns:a16="http://schemas.microsoft.com/office/drawing/2014/main" id="{98DB861E-5B3B-572B-6ED4-859623968DE0}"/>
              </a:ext>
            </a:extLst>
          </p:cNvPr>
          <p:cNvPicPr>
            <a:picLocks noChangeAspect="1"/>
          </p:cNvPicPr>
          <p:nvPr/>
        </p:nvPicPr>
        <p:blipFill>
          <a:blip r:embed="rId4"/>
          <a:srcRect t="50206"/>
          <a:stretch>
            <a:fillRect/>
          </a:stretch>
        </p:blipFill>
        <p:spPr>
          <a:xfrm>
            <a:off x="3994966" y="2874984"/>
            <a:ext cx="7266592" cy="1929521"/>
          </a:xfrm>
          <a:prstGeom prst="rect">
            <a:avLst/>
          </a:prstGeom>
        </p:spPr>
      </p:pic>
    </p:spTree>
    <p:extLst>
      <p:ext uri="{BB962C8B-B14F-4D97-AF65-F5344CB8AC3E}">
        <p14:creationId xmlns:p14="http://schemas.microsoft.com/office/powerpoint/2010/main" val="2779706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DAB87-710B-F00A-32B5-4A355CCF525C}"/>
            </a:ext>
          </a:extLst>
        </p:cNvPr>
        <p:cNvGrpSpPr/>
        <p:nvPr/>
      </p:nvGrpSpPr>
      <p:grpSpPr>
        <a:xfrm>
          <a:off x="0" y="0"/>
          <a:ext cx="0" cy="0"/>
          <a:chOff x="0" y="0"/>
          <a:chExt cx="0" cy="0"/>
        </a:xfrm>
      </p:grpSpPr>
      <p:pic>
        <p:nvPicPr>
          <p:cNvPr id="5" name="Picture 4" descr="A diagram of a flowchart&#10;&#10;AI-generated content may be incorrect.">
            <a:extLst>
              <a:ext uri="{FF2B5EF4-FFF2-40B4-BE49-F238E27FC236}">
                <a16:creationId xmlns:a16="http://schemas.microsoft.com/office/drawing/2014/main" id="{38707271-AD03-F03F-81E3-D8BB16423FBA}"/>
              </a:ext>
            </a:extLst>
          </p:cNvPr>
          <p:cNvPicPr>
            <a:picLocks noChangeAspect="1"/>
          </p:cNvPicPr>
          <p:nvPr/>
        </p:nvPicPr>
        <p:blipFill>
          <a:blip r:embed="rId3"/>
          <a:srcRect t="1" r="69264" b="6517"/>
          <a:stretch>
            <a:fillRect/>
          </a:stretch>
        </p:blipFill>
        <p:spPr>
          <a:xfrm>
            <a:off x="1" y="-1"/>
            <a:ext cx="3483980" cy="4754447"/>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438F622D-1D43-CC5F-D95D-3C928594535C}"/>
              </a:ext>
            </a:extLst>
          </p:cNvPr>
          <p:cNvPicPr>
            <a:picLocks noChangeAspect="1"/>
          </p:cNvPicPr>
          <p:nvPr/>
        </p:nvPicPr>
        <p:blipFill>
          <a:blip r:embed="rId4"/>
          <a:srcRect b="55987"/>
          <a:stretch>
            <a:fillRect/>
          </a:stretch>
        </p:blipFill>
        <p:spPr>
          <a:xfrm>
            <a:off x="3832918" y="794773"/>
            <a:ext cx="7294212" cy="2318817"/>
          </a:xfrm>
          <a:prstGeom prst="rect">
            <a:avLst/>
          </a:prstGeom>
        </p:spPr>
      </p:pic>
      <p:pic>
        <p:nvPicPr>
          <p:cNvPr id="8" name="Picture 7" descr="A math equations on a white background&#10;&#10;AI-generated content may be incorrect.">
            <a:extLst>
              <a:ext uri="{FF2B5EF4-FFF2-40B4-BE49-F238E27FC236}">
                <a16:creationId xmlns:a16="http://schemas.microsoft.com/office/drawing/2014/main" id="{562BB4C8-E485-90D1-338D-A904752AEA34}"/>
              </a:ext>
            </a:extLst>
          </p:cNvPr>
          <p:cNvPicPr>
            <a:picLocks noChangeAspect="1"/>
          </p:cNvPicPr>
          <p:nvPr/>
        </p:nvPicPr>
        <p:blipFill>
          <a:blip r:embed="rId5"/>
          <a:stretch>
            <a:fillRect/>
          </a:stretch>
        </p:blipFill>
        <p:spPr>
          <a:xfrm>
            <a:off x="3693309" y="3211718"/>
            <a:ext cx="6574420" cy="1703560"/>
          </a:xfrm>
          <a:prstGeom prst="rect">
            <a:avLst/>
          </a:prstGeom>
        </p:spPr>
      </p:pic>
      <p:pic>
        <p:nvPicPr>
          <p:cNvPr id="10" name="Picture 9" descr="A white background with black text&#10;&#10;AI-generated content may be incorrect.">
            <a:extLst>
              <a:ext uri="{FF2B5EF4-FFF2-40B4-BE49-F238E27FC236}">
                <a16:creationId xmlns:a16="http://schemas.microsoft.com/office/drawing/2014/main" id="{9AFF2BDF-809E-5E18-D6FF-EF74A2D06C19}"/>
              </a:ext>
            </a:extLst>
          </p:cNvPr>
          <p:cNvPicPr>
            <a:picLocks noChangeAspect="1"/>
          </p:cNvPicPr>
          <p:nvPr/>
        </p:nvPicPr>
        <p:blipFill>
          <a:blip r:embed="rId6"/>
          <a:stretch>
            <a:fillRect/>
          </a:stretch>
        </p:blipFill>
        <p:spPr>
          <a:xfrm>
            <a:off x="3693309" y="4915278"/>
            <a:ext cx="6574419" cy="1828554"/>
          </a:xfrm>
          <a:prstGeom prst="rect">
            <a:avLst/>
          </a:prstGeom>
        </p:spPr>
      </p:pic>
    </p:spTree>
    <p:extLst>
      <p:ext uri="{BB962C8B-B14F-4D97-AF65-F5344CB8AC3E}">
        <p14:creationId xmlns:p14="http://schemas.microsoft.com/office/powerpoint/2010/main" val="3785551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3716873-3279-D611-7306-AB446AF15A8F}"/>
              </a:ext>
            </a:extLst>
          </p:cNvPr>
          <p:cNvSpPr>
            <a:spLocks noGrp="1"/>
          </p:cNvSpPr>
          <p:nvPr>
            <p:ph type="sldNum" sz="quarter" idx="12"/>
          </p:nvPr>
        </p:nvSpPr>
        <p:spPr/>
        <p:txBody>
          <a:bodyPr/>
          <a:lstStyle/>
          <a:p>
            <a:fld id="{A65A5C87-DF58-40C8-B092-1DE63DB4547E}" type="slidenum">
              <a:rPr lang="en-US" smtClean="0"/>
              <a:t>9</a:t>
            </a:fld>
            <a:endParaRPr lang="en-US" dirty="0"/>
          </a:p>
        </p:txBody>
      </p:sp>
      <p:pic>
        <p:nvPicPr>
          <p:cNvPr id="6" name="Picture 5" descr="A screenshot of a computer&#10;&#10;AI-generated content may be incorrect.">
            <a:extLst>
              <a:ext uri="{FF2B5EF4-FFF2-40B4-BE49-F238E27FC236}">
                <a16:creationId xmlns:a16="http://schemas.microsoft.com/office/drawing/2014/main" id="{DA8DA04F-19DA-A2EA-961B-CE6DF7CD4869}"/>
              </a:ext>
            </a:extLst>
          </p:cNvPr>
          <p:cNvPicPr>
            <a:picLocks noChangeAspect="1"/>
          </p:cNvPicPr>
          <p:nvPr/>
        </p:nvPicPr>
        <p:blipFill>
          <a:blip r:embed="rId3"/>
          <a:stretch>
            <a:fillRect/>
          </a:stretch>
        </p:blipFill>
        <p:spPr>
          <a:xfrm>
            <a:off x="4265357" y="489363"/>
            <a:ext cx="7411484" cy="5601482"/>
          </a:xfrm>
          <a:prstGeom prst="rect">
            <a:avLst/>
          </a:prstGeom>
        </p:spPr>
      </p:pic>
      <p:pic>
        <p:nvPicPr>
          <p:cNvPr id="7" name="Picture 6" descr="A diagram of a flowchart&#10;&#10;AI-generated content may be incorrect.">
            <a:extLst>
              <a:ext uri="{FF2B5EF4-FFF2-40B4-BE49-F238E27FC236}">
                <a16:creationId xmlns:a16="http://schemas.microsoft.com/office/drawing/2014/main" id="{BD273691-89AB-3E43-1B63-39F0BFDDB471}"/>
              </a:ext>
            </a:extLst>
          </p:cNvPr>
          <p:cNvPicPr>
            <a:picLocks noChangeAspect="1"/>
          </p:cNvPicPr>
          <p:nvPr/>
        </p:nvPicPr>
        <p:blipFill>
          <a:blip r:embed="rId4"/>
          <a:srcRect t="1" r="69264" b="6517"/>
          <a:stretch>
            <a:fillRect/>
          </a:stretch>
        </p:blipFill>
        <p:spPr>
          <a:xfrm>
            <a:off x="1" y="-1"/>
            <a:ext cx="3483980" cy="4754447"/>
          </a:xfrm>
          <a:prstGeom prst="rect">
            <a:avLst/>
          </a:prstGeom>
        </p:spPr>
      </p:pic>
      <p:sp>
        <p:nvSpPr>
          <p:cNvPr id="9" name="TextBox 8">
            <a:extLst>
              <a:ext uri="{FF2B5EF4-FFF2-40B4-BE49-F238E27FC236}">
                <a16:creationId xmlns:a16="http://schemas.microsoft.com/office/drawing/2014/main" id="{C10AC096-D563-8E2D-217E-DBC7565459E0}"/>
              </a:ext>
            </a:extLst>
          </p:cNvPr>
          <p:cNvSpPr txBox="1"/>
          <p:nvPr/>
        </p:nvSpPr>
        <p:spPr>
          <a:xfrm>
            <a:off x="3151208" y="136524"/>
            <a:ext cx="1362919" cy="369332"/>
          </a:xfrm>
          <a:prstGeom prst="rect">
            <a:avLst/>
          </a:prstGeom>
          <a:noFill/>
        </p:spPr>
        <p:txBody>
          <a:bodyPr wrap="square">
            <a:spAutoFit/>
          </a:bodyPr>
          <a:lstStyle/>
          <a:p>
            <a:r>
              <a:rPr lang="en-US" dirty="0">
                <a:solidFill>
                  <a:srgbClr val="FF0000"/>
                </a:solidFill>
              </a:rPr>
              <a:t>Summery</a:t>
            </a:r>
            <a:endParaRPr lang="en-NL" dirty="0">
              <a:solidFill>
                <a:srgbClr val="FF0000"/>
              </a:solidFill>
            </a:endParaRPr>
          </a:p>
        </p:txBody>
      </p:sp>
    </p:spTree>
    <p:extLst>
      <p:ext uri="{BB962C8B-B14F-4D97-AF65-F5344CB8AC3E}">
        <p14:creationId xmlns:p14="http://schemas.microsoft.com/office/powerpoint/2010/main" val="2151446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2E98E-3CEF-837A-C799-E32EE1718F0A}"/>
            </a:ext>
          </a:extLst>
        </p:cNvPr>
        <p:cNvGrpSpPr/>
        <p:nvPr/>
      </p:nvGrpSpPr>
      <p:grpSpPr>
        <a:xfrm>
          <a:off x="0" y="0"/>
          <a:ext cx="0" cy="0"/>
          <a:chOff x="0" y="0"/>
          <a:chExt cx="0" cy="0"/>
        </a:xfrm>
      </p:grpSpPr>
      <p:pic>
        <p:nvPicPr>
          <p:cNvPr id="7" name="Picture 6" descr="A diagram of a flowchart&#10;&#10;AI-generated content may be incorrect.">
            <a:extLst>
              <a:ext uri="{FF2B5EF4-FFF2-40B4-BE49-F238E27FC236}">
                <a16:creationId xmlns:a16="http://schemas.microsoft.com/office/drawing/2014/main" id="{A3AF18FF-FD9E-DD6D-C6AE-F9B645DD1C9C}"/>
              </a:ext>
            </a:extLst>
          </p:cNvPr>
          <p:cNvPicPr>
            <a:picLocks noChangeAspect="1"/>
          </p:cNvPicPr>
          <p:nvPr/>
        </p:nvPicPr>
        <p:blipFill>
          <a:blip r:embed="rId3"/>
          <a:srcRect t="1" r="69264" b="6517"/>
          <a:stretch>
            <a:fillRect/>
          </a:stretch>
        </p:blipFill>
        <p:spPr>
          <a:xfrm>
            <a:off x="1" y="-1"/>
            <a:ext cx="3483980" cy="4754447"/>
          </a:xfrm>
          <a:prstGeom prst="rect">
            <a:avLst/>
          </a:prstGeom>
        </p:spPr>
      </p:pic>
      <p:sp>
        <p:nvSpPr>
          <p:cNvPr id="9" name="TextBox 8">
            <a:extLst>
              <a:ext uri="{FF2B5EF4-FFF2-40B4-BE49-F238E27FC236}">
                <a16:creationId xmlns:a16="http://schemas.microsoft.com/office/drawing/2014/main" id="{5D0F3ACA-F3F2-F86C-543F-3D3343F87817}"/>
              </a:ext>
            </a:extLst>
          </p:cNvPr>
          <p:cNvSpPr txBox="1"/>
          <p:nvPr/>
        </p:nvSpPr>
        <p:spPr>
          <a:xfrm>
            <a:off x="3151208" y="136524"/>
            <a:ext cx="1362919" cy="369332"/>
          </a:xfrm>
          <a:prstGeom prst="rect">
            <a:avLst/>
          </a:prstGeom>
          <a:noFill/>
        </p:spPr>
        <p:txBody>
          <a:bodyPr wrap="square">
            <a:spAutoFit/>
          </a:bodyPr>
          <a:lstStyle/>
          <a:p>
            <a:r>
              <a:rPr lang="en-US" dirty="0">
                <a:solidFill>
                  <a:srgbClr val="FF0000"/>
                </a:solidFill>
              </a:rPr>
              <a:t>VQA</a:t>
            </a:r>
            <a:endParaRPr lang="en-NL" dirty="0">
              <a:solidFill>
                <a:srgbClr val="FF0000"/>
              </a:solidFill>
            </a:endParaRPr>
          </a:p>
        </p:txBody>
      </p:sp>
      <p:pic>
        <p:nvPicPr>
          <p:cNvPr id="8" name="Picture 7" descr="A diagram of a program&#10;&#10;AI-generated content may be incorrect.">
            <a:extLst>
              <a:ext uri="{FF2B5EF4-FFF2-40B4-BE49-F238E27FC236}">
                <a16:creationId xmlns:a16="http://schemas.microsoft.com/office/drawing/2014/main" id="{2B3BB76F-C34E-664F-527D-7DBC3DD14F93}"/>
              </a:ext>
            </a:extLst>
          </p:cNvPr>
          <p:cNvPicPr>
            <a:picLocks noChangeAspect="1"/>
          </p:cNvPicPr>
          <p:nvPr/>
        </p:nvPicPr>
        <p:blipFill>
          <a:blip r:embed="rId4"/>
          <a:stretch>
            <a:fillRect/>
          </a:stretch>
        </p:blipFill>
        <p:spPr>
          <a:xfrm>
            <a:off x="3565887" y="642381"/>
            <a:ext cx="8242875" cy="5364880"/>
          </a:xfrm>
          <a:prstGeom prst="rect">
            <a:avLst/>
          </a:prstGeom>
        </p:spPr>
      </p:pic>
    </p:spTree>
    <p:extLst>
      <p:ext uri="{BB962C8B-B14F-4D97-AF65-F5344CB8AC3E}">
        <p14:creationId xmlns:p14="http://schemas.microsoft.com/office/powerpoint/2010/main" val="2144810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 program&#10;&#10;AI-generated content may be incorrect.">
            <a:extLst>
              <a:ext uri="{FF2B5EF4-FFF2-40B4-BE49-F238E27FC236}">
                <a16:creationId xmlns:a16="http://schemas.microsoft.com/office/drawing/2014/main" id="{C9D2ABE9-2C5F-3C4D-D844-552FC04DF222}"/>
              </a:ext>
            </a:extLst>
          </p:cNvPr>
          <p:cNvPicPr>
            <a:picLocks noChangeAspect="1"/>
          </p:cNvPicPr>
          <p:nvPr/>
        </p:nvPicPr>
        <p:blipFill>
          <a:blip r:embed="rId2"/>
          <a:stretch>
            <a:fillRect/>
          </a:stretch>
        </p:blipFill>
        <p:spPr>
          <a:xfrm>
            <a:off x="842229" y="313890"/>
            <a:ext cx="10507541" cy="6230219"/>
          </a:xfrm>
          <a:prstGeom prst="rect">
            <a:avLst/>
          </a:prstGeom>
        </p:spPr>
      </p:pic>
    </p:spTree>
    <p:extLst>
      <p:ext uri="{BB962C8B-B14F-4D97-AF65-F5344CB8AC3E}">
        <p14:creationId xmlns:p14="http://schemas.microsoft.com/office/powerpoint/2010/main" val="377085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computer&#10;&#10;AI-generated content may be incorrect.">
            <a:extLst>
              <a:ext uri="{FF2B5EF4-FFF2-40B4-BE49-F238E27FC236}">
                <a16:creationId xmlns:a16="http://schemas.microsoft.com/office/drawing/2014/main" id="{91E0B079-9CA8-4712-3AA3-2AD42AD7159F}"/>
              </a:ext>
            </a:extLst>
          </p:cNvPr>
          <p:cNvPicPr>
            <a:picLocks noChangeAspect="1"/>
          </p:cNvPicPr>
          <p:nvPr/>
        </p:nvPicPr>
        <p:blipFill>
          <a:blip r:embed="rId2"/>
          <a:stretch>
            <a:fillRect/>
          </a:stretch>
        </p:blipFill>
        <p:spPr>
          <a:xfrm>
            <a:off x="207988" y="2200443"/>
            <a:ext cx="11984012" cy="2457113"/>
          </a:xfrm>
          <a:prstGeom prst="rect">
            <a:avLst/>
          </a:prstGeom>
        </p:spPr>
      </p:pic>
    </p:spTree>
    <p:extLst>
      <p:ext uri="{BB962C8B-B14F-4D97-AF65-F5344CB8AC3E}">
        <p14:creationId xmlns:p14="http://schemas.microsoft.com/office/powerpoint/2010/main" val="2857445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flowchart&#10;&#10;AI-generated content may be incorrect.">
            <a:extLst>
              <a:ext uri="{FF2B5EF4-FFF2-40B4-BE49-F238E27FC236}">
                <a16:creationId xmlns:a16="http://schemas.microsoft.com/office/drawing/2014/main" id="{FAFD1AEA-A772-EBCC-3D6E-881F2367C29D}"/>
              </a:ext>
            </a:extLst>
          </p:cNvPr>
          <p:cNvPicPr>
            <a:picLocks noChangeAspect="1"/>
          </p:cNvPicPr>
          <p:nvPr/>
        </p:nvPicPr>
        <p:blipFill>
          <a:blip r:embed="rId2"/>
          <a:srcRect l="36045" t="157" r="35296" b="6361"/>
          <a:stretch>
            <a:fillRect/>
          </a:stretch>
        </p:blipFill>
        <p:spPr>
          <a:xfrm>
            <a:off x="1" y="-1"/>
            <a:ext cx="3248525" cy="4754447"/>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6DA71797-C569-F11B-0A18-598FFE498DB0}"/>
              </a:ext>
            </a:extLst>
          </p:cNvPr>
          <p:cNvPicPr>
            <a:picLocks noChangeAspect="1"/>
          </p:cNvPicPr>
          <p:nvPr/>
        </p:nvPicPr>
        <p:blipFill>
          <a:blip r:embed="rId3"/>
          <a:stretch>
            <a:fillRect/>
          </a:stretch>
        </p:blipFill>
        <p:spPr>
          <a:xfrm>
            <a:off x="3430891" y="1058971"/>
            <a:ext cx="8316486" cy="4496427"/>
          </a:xfrm>
          <a:prstGeom prst="rect">
            <a:avLst/>
          </a:prstGeom>
        </p:spPr>
      </p:pic>
    </p:spTree>
    <p:extLst>
      <p:ext uri="{BB962C8B-B14F-4D97-AF65-F5344CB8AC3E}">
        <p14:creationId xmlns:p14="http://schemas.microsoft.com/office/powerpoint/2010/main" val="149979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diagram&#10;&#10;AI-generated content may be incorrect.">
            <a:extLst>
              <a:ext uri="{FF2B5EF4-FFF2-40B4-BE49-F238E27FC236}">
                <a16:creationId xmlns:a16="http://schemas.microsoft.com/office/drawing/2014/main" id="{CD28FF16-70F5-B8B8-6576-8764CD832B95}"/>
              </a:ext>
            </a:extLst>
          </p:cNvPr>
          <p:cNvPicPr>
            <a:picLocks noChangeAspect="1"/>
          </p:cNvPicPr>
          <p:nvPr/>
        </p:nvPicPr>
        <p:blipFill>
          <a:blip r:embed="rId2"/>
          <a:stretch>
            <a:fillRect/>
          </a:stretch>
        </p:blipFill>
        <p:spPr>
          <a:xfrm>
            <a:off x="1503575" y="778485"/>
            <a:ext cx="9850225" cy="4791744"/>
          </a:xfrm>
          <a:prstGeom prst="rect">
            <a:avLst/>
          </a:prstGeom>
        </p:spPr>
      </p:pic>
    </p:spTree>
    <p:extLst>
      <p:ext uri="{BB962C8B-B14F-4D97-AF65-F5344CB8AC3E}">
        <p14:creationId xmlns:p14="http://schemas.microsoft.com/office/powerpoint/2010/main" val="1584813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number of lines&#10;&#10;AI-generated content may be incorrect.">
            <a:extLst>
              <a:ext uri="{FF2B5EF4-FFF2-40B4-BE49-F238E27FC236}">
                <a16:creationId xmlns:a16="http://schemas.microsoft.com/office/drawing/2014/main" id="{1A006123-765A-4549-F532-A150D11BE9F5}"/>
              </a:ext>
            </a:extLst>
          </p:cNvPr>
          <p:cNvPicPr>
            <a:picLocks noChangeAspect="1"/>
          </p:cNvPicPr>
          <p:nvPr/>
        </p:nvPicPr>
        <p:blipFill>
          <a:blip r:embed="rId2"/>
          <a:stretch>
            <a:fillRect/>
          </a:stretch>
        </p:blipFill>
        <p:spPr>
          <a:xfrm>
            <a:off x="2137810" y="599680"/>
            <a:ext cx="7916380" cy="5658640"/>
          </a:xfrm>
          <a:prstGeom prst="rect">
            <a:avLst/>
          </a:prstGeom>
        </p:spPr>
      </p:pic>
    </p:spTree>
    <p:extLst>
      <p:ext uri="{BB962C8B-B14F-4D97-AF65-F5344CB8AC3E}">
        <p14:creationId xmlns:p14="http://schemas.microsoft.com/office/powerpoint/2010/main" val="2193153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73DBA-8109-C548-C949-F472845AA274}"/>
            </a:ext>
          </a:extLst>
        </p:cNvPr>
        <p:cNvGrpSpPr/>
        <p:nvPr/>
      </p:nvGrpSpPr>
      <p:grpSpPr>
        <a:xfrm>
          <a:off x="0" y="0"/>
          <a:ext cx="0" cy="0"/>
          <a:chOff x="0" y="0"/>
          <a:chExt cx="0" cy="0"/>
        </a:xfrm>
      </p:grpSpPr>
      <p:pic>
        <p:nvPicPr>
          <p:cNvPr id="6" name="Picture 5" descr="A diagram of a flowchart&#10;&#10;AI-generated content may be incorrect.">
            <a:extLst>
              <a:ext uri="{FF2B5EF4-FFF2-40B4-BE49-F238E27FC236}">
                <a16:creationId xmlns:a16="http://schemas.microsoft.com/office/drawing/2014/main" id="{99C4488D-1E46-2664-533A-7F5AF2085414}"/>
              </a:ext>
            </a:extLst>
          </p:cNvPr>
          <p:cNvPicPr>
            <a:picLocks noChangeAspect="1"/>
          </p:cNvPicPr>
          <p:nvPr/>
        </p:nvPicPr>
        <p:blipFill>
          <a:blip r:embed="rId2"/>
          <a:srcRect l="36045" t="157" r="35296" b="6361"/>
          <a:stretch>
            <a:fillRect/>
          </a:stretch>
        </p:blipFill>
        <p:spPr>
          <a:xfrm>
            <a:off x="1" y="-1"/>
            <a:ext cx="3248525" cy="4754447"/>
          </a:xfrm>
          <a:prstGeom prst="rect">
            <a:avLst/>
          </a:prstGeom>
        </p:spPr>
      </p:pic>
      <p:pic>
        <p:nvPicPr>
          <p:cNvPr id="3" name="Picture 2" descr="A screenshot of a math equation&#10;&#10;AI-generated content may be incorrect.">
            <a:extLst>
              <a:ext uri="{FF2B5EF4-FFF2-40B4-BE49-F238E27FC236}">
                <a16:creationId xmlns:a16="http://schemas.microsoft.com/office/drawing/2014/main" id="{89D0CF8B-AF17-0596-FC39-CEE37A41EC50}"/>
              </a:ext>
            </a:extLst>
          </p:cNvPr>
          <p:cNvPicPr>
            <a:picLocks noChangeAspect="1"/>
          </p:cNvPicPr>
          <p:nvPr/>
        </p:nvPicPr>
        <p:blipFill>
          <a:blip r:embed="rId3"/>
          <a:stretch>
            <a:fillRect/>
          </a:stretch>
        </p:blipFill>
        <p:spPr>
          <a:xfrm>
            <a:off x="3780251" y="1585752"/>
            <a:ext cx="8411749" cy="4010585"/>
          </a:xfrm>
          <a:prstGeom prst="rect">
            <a:avLst/>
          </a:prstGeom>
        </p:spPr>
      </p:pic>
    </p:spTree>
    <p:extLst>
      <p:ext uri="{BB962C8B-B14F-4D97-AF65-F5344CB8AC3E}">
        <p14:creationId xmlns:p14="http://schemas.microsoft.com/office/powerpoint/2010/main" val="1040836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06EA-0A78-A1FA-DCC9-45F0AE0A53D5}"/>
            </a:ext>
          </a:extLst>
        </p:cNvPr>
        <p:cNvGrpSpPr/>
        <p:nvPr/>
      </p:nvGrpSpPr>
      <p:grpSpPr>
        <a:xfrm>
          <a:off x="0" y="0"/>
          <a:ext cx="0" cy="0"/>
          <a:chOff x="0" y="0"/>
          <a:chExt cx="0" cy="0"/>
        </a:xfrm>
      </p:grpSpPr>
      <p:pic>
        <p:nvPicPr>
          <p:cNvPr id="6" name="Picture 5" descr="A diagram of a flowchart&#10;&#10;AI-generated content may be incorrect.">
            <a:extLst>
              <a:ext uri="{FF2B5EF4-FFF2-40B4-BE49-F238E27FC236}">
                <a16:creationId xmlns:a16="http://schemas.microsoft.com/office/drawing/2014/main" id="{64D1B39F-717E-94C8-96B2-9E6F682C0C02}"/>
              </a:ext>
            </a:extLst>
          </p:cNvPr>
          <p:cNvPicPr>
            <a:picLocks noChangeAspect="1"/>
          </p:cNvPicPr>
          <p:nvPr/>
        </p:nvPicPr>
        <p:blipFill>
          <a:blip r:embed="rId2"/>
          <a:srcRect l="70754" r="587" b="6518"/>
          <a:stretch>
            <a:fillRect/>
          </a:stretch>
        </p:blipFill>
        <p:spPr>
          <a:xfrm>
            <a:off x="1" y="-1"/>
            <a:ext cx="3248525" cy="4754447"/>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8E46EE01-F0B3-CED3-9F34-5DA6060E6323}"/>
              </a:ext>
            </a:extLst>
          </p:cNvPr>
          <p:cNvPicPr>
            <a:picLocks noChangeAspect="1"/>
          </p:cNvPicPr>
          <p:nvPr/>
        </p:nvPicPr>
        <p:blipFill>
          <a:blip r:embed="rId3"/>
          <a:stretch>
            <a:fillRect/>
          </a:stretch>
        </p:blipFill>
        <p:spPr>
          <a:xfrm>
            <a:off x="3248526" y="702036"/>
            <a:ext cx="8913439" cy="5453928"/>
          </a:xfrm>
          <a:prstGeom prst="rect">
            <a:avLst/>
          </a:prstGeom>
        </p:spPr>
      </p:pic>
    </p:spTree>
    <p:extLst>
      <p:ext uri="{BB962C8B-B14F-4D97-AF65-F5344CB8AC3E}">
        <p14:creationId xmlns:p14="http://schemas.microsoft.com/office/powerpoint/2010/main" val="3633219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F014B27-75B0-489A-A4B6-17E982881E59}"/>
            </a:ext>
          </a:extLst>
        </p:cNvPr>
        <p:cNvGrpSpPr/>
        <p:nvPr/>
      </p:nvGrpSpPr>
      <p:grpSpPr>
        <a:xfrm>
          <a:off x="0" y="0"/>
          <a:ext cx="0" cy="0"/>
          <a:chOff x="0" y="0"/>
          <a:chExt cx="0" cy="0"/>
        </a:xfrm>
      </p:grpSpPr>
      <p:pic>
        <p:nvPicPr>
          <p:cNvPr id="6" name="Picture 5" descr="A diagram of a flowchart&#10;&#10;AI-generated content may be incorrect.">
            <a:extLst>
              <a:ext uri="{FF2B5EF4-FFF2-40B4-BE49-F238E27FC236}">
                <a16:creationId xmlns:a16="http://schemas.microsoft.com/office/drawing/2014/main" id="{4D757852-C5CE-6081-CC5D-29A103E44517}"/>
              </a:ext>
            </a:extLst>
          </p:cNvPr>
          <p:cNvPicPr>
            <a:picLocks noChangeAspect="1"/>
          </p:cNvPicPr>
          <p:nvPr/>
        </p:nvPicPr>
        <p:blipFill>
          <a:blip r:embed="rId2"/>
          <a:srcRect l="70754" r="587" b="6518"/>
          <a:stretch>
            <a:fillRect/>
          </a:stretch>
        </p:blipFill>
        <p:spPr>
          <a:xfrm>
            <a:off x="1" y="-1"/>
            <a:ext cx="3248525" cy="4754447"/>
          </a:xfrm>
          <a:prstGeom prst="rect">
            <a:avLst/>
          </a:prstGeom>
        </p:spPr>
      </p:pic>
      <p:pic>
        <p:nvPicPr>
          <p:cNvPr id="7" name="Picture 6" descr="A white background with black text&#10;&#10;AI-generated content may be incorrect.">
            <a:extLst>
              <a:ext uri="{FF2B5EF4-FFF2-40B4-BE49-F238E27FC236}">
                <a16:creationId xmlns:a16="http://schemas.microsoft.com/office/drawing/2014/main" id="{22A25CC5-F886-C856-AE28-BD098DB958E0}"/>
              </a:ext>
            </a:extLst>
          </p:cNvPr>
          <p:cNvPicPr>
            <a:picLocks noChangeAspect="1"/>
          </p:cNvPicPr>
          <p:nvPr/>
        </p:nvPicPr>
        <p:blipFill>
          <a:blip r:embed="rId3"/>
          <a:stretch>
            <a:fillRect/>
          </a:stretch>
        </p:blipFill>
        <p:spPr>
          <a:xfrm>
            <a:off x="3409346" y="1397000"/>
            <a:ext cx="8530172" cy="4453089"/>
          </a:xfrm>
          <a:prstGeom prst="rect">
            <a:avLst/>
          </a:prstGeom>
        </p:spPr>
      </p:pic>
    </p:spTree>
    <p:extLst>
      <p:ext uri="{BB962C8B-B14F-4D97-AF65-F5344CB8AC3E}">
        <p14:creationId xmlns:p14="http://schemas.microsoft.com/office/powerpoint/2010/main" val="42070844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block&#10;&#10;AI-generated content may be incorrect.">
            <a:extLst>
              <a:ext uri="{FF2B5EF4-FFF2-40B4-BE49-F238E27FC236}">
                <a16:creationId xmlns:a16="http://schemas.microsoft.com/office/drawing/2014/main" id="{8940A822-01CD-8668-74E9-604260BDDE64}"/>
              </a:ext>
            </a:extLst>
          </p:cNvPr>
          <p:cNvPicPr>
            <a:picLocks noChangeAspect="1"/>
          </p:cNvPicPr>
          <p:nvPr/>
        </p:nvPicPr>
        <p:blipFill>
          <a:blip r:embed="rId2"/>
          <a:stretch>
            <a:fillRect/>
          </a:stretch>
        </p:blipFill>
        <p:spPr>
          <a:xfrm>
            <a:off x="2857048" y="1761892"/>
            <a:ext cx="6477904" cy="3334215"/>
          </a:xfrm>
          <a:prstGeom prst="rect">
            <a:avLst/>
          </a:prstGeom>
        </p:spPr>
      </p:pic>
    </p:spTree>
    <p:extLst>
      <p:ext uri="{BB962C8B-B14F-4D97-AF65-F5344CB8AC3E}">
        <p14:creationId xmlns:p14="http://schemas.microsoft.com/office/powerpoint/2010/main" val="1838745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A160E8-FA91-33CB-78E9-5B2922478936}"/>
              </a:ext>
            </a:extLst>
          </p:cNvPr>
          <p:cNvSpPr>
            <a:spLocks noGrp="1"/>
          </p:cNvSpPr>
          <p:nvPr>
            <p:ph type="dt" sz="half" idx="10"/>
          </p:nvPr>
        </p:nvSpPr>
        <p:spPr/>
        <p:txBody>
          <a:bodyPr/>
          <a:lstStyle/>
          <a:p>
            <a:r>
              <a:rPr lang="en-US"/>
              <a:t>9/4/20XX</a:t>
            </a:r>
            <a:endParaRPr lang="en-US" dirty="0"/>
          </a:p>
        </p:txBody>
      </p:sp>
      <p:sp>
        <p:nvSpPr>
          <p:cNvPr id="3" name="Footer Placeholder 2">
            <a:extLst>
              <a:ext uri="{FF2B5EF4-FFF2-40B4-BE49-F238E27FC236}">
                <a16:creationId xmlns:a16="http://schemas.microsoft.com/office/drawing/2014/main" id="{0B40907C-FE3B-6ABC-B843-52C8D1692D1E}"/>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505FF8D6-2788-5E11-EF9C-C8B92E4A646D}"/>
              </a:ext>
            </a:extLst>
          </p:cNvPr>
          <p:cNvSpPr>
            <a:spLocks noGrp="1"/>
          </p:cNvSpPr>
          <p:nvPr>
            <p:ph type="sldNum" sz="quarter" idx="12"/>
          </p:nvPr>
        </p:nvSpPr>
        <p:spPr/>
        <p:txBody>
          <a:bodyPr/>
          <a:lstStyle/>
          <a:p>
            <a:fld id="{A65A5C87-DF58-40C8-B092-1DE63DB4547E}" type="slidenum">
              <a:rPr lang="en-US" smtClean="0"/>
              <a:t>20</a:t>
            </a:fld>
            <a:endParaRPr lang="en-US" dirty="0"/>
          </a:p>
        </p:txBody>
      </p:sp>
      <p:pic>
        <p:nvPicPr>
          <p:cNvPr id="8" name="Picture 7" descr="A close-up of a diagram&#10;&#10;AI-generated content may be incorrect.">
            <a:extLst>
              <a:ext uri="{FF2B5EF4-FFF2-40B4-BE49-F238E27FC236}">
                <a16:creationId xmlns:a16="http://schemas.microsoft.com/office/drawing/2014/main" id="{8B163705-4BC8-ED8C-68A8-11F9EF9C4E4A}"/>
              </a:ext>
            </a:extLst>
          </p:cNvPr>
          <p:cNvPicPr>
            <a:picLocks noChangeAspect="1"/>
          </p:cNvPicPr>
          <p:nvPr/>
        </p:nvPicPr>
        <p:blipFill>
          <a:blip r:embed="rId2"/>
          <a:stretch>
            <a:fillRect/>
          </a:stretch>
        </p:blipFill>
        <p:spPr>
          <a:xfrm>
            <a:off x="0" y="4706773"/>
            <a:ext cx="12192000" cy="2259521"/>
          </a:xfrm>
          <a:prstGeom prst="rect">
            <a:avLst/>
          </a:prstGeom>
        </p:spPr>
      </p:pic>
      <p:sp>
        <p:nvSpPr>
          <p:cNvPr id="9" name="Title 4">
            <a:extLst>
              <a:ext uri="{FF2B5EF4-FFF2-40B4-BE49-F238E27FC236}">
                <a16:creationId xmlns:a16="http://schemas.microsoft.com/office/drawing/2014/main" id="{1E85F761-E0B7-2D4C-2758-08CAF89CEEA7}"/>
              </a:ext>
            </a:extLst>
          </p:cNvPr>
          <p:cNvSpPr txBox="1">
            <a:spLocks/>
          </p:cNvSpPr>
          <p:nvPr/>
        </p:nvSpPr>
        <p:spPr>
          <a:xfrm>
            <a:off x="547724" y="652285"/>
            <a:ext cx="3607588" cy="1179576"/>
          </a:xfrm>
          <a:prstGeom prst="rect">
            <a:avLst/>
          </a:prstGeom>
        </p:spPr>
        <p:txBody>
          <a:bodyP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1D Wave Equation Circuit</a:t>
            </a:r>
            <a:endParaRPr lang="en-NL" dirty="0"/>
          </a:p>
        </p:txBody>
      </p:sp>
      <p:pic>
        <p:nvPicPr>
          <p:cNvPr id="10" name="Picture 9" descr="A graph of a graph&#10;&#10;AI-generated content may be incorrect.">
            <a:extLst>
              <a:ext uri="{FF2B5EF4-FFF2-40B4-BE49-F238E27FC236}">
                <a16:creationId xmlns:a16="http://schemas.microsoft.com/office/drawing/2014/main" id="{6A65D52A-D394-DCB6-383F-DD742AE07375}"/>
              </a:ext>
            </a:extLst>
          </p:cNvPr>
          <p:cNvPicPr>
            <a:picLocks noChangeAspect="1"/>
          </p:cNvPicPr>
          <p:nvPr/>
        </p:nvPicPr>
        <p:blipFill>
          <a:blip r:embed="rId3"/>
          <a:stretch>
            <a:fillRect/>
          </a:stretch>
        </p:blipFill>
        <p:spPr>
          <a:xfrm>
            <a:off x="5301629" y="136525"/>
            <a:ext cx="6230524" cy="4667948"/>
          </a:xfrm>
          <a:prstGeom prst="rect">
            <a:avLst/>
          </a:prstGeom>
        </p:spPr>
      </p:pic>
      <p:sp>
        <p:nvSpPr>
          <p:cNvPr id="11" name="Arrow: Circular 10">
            <a:extLst>
              <a:ext uri="{FF2B5EF4-FFF2-40B4-BE49-F238E27FC236}">
                <a16:creationId xmlns:a16="http://schemas.microsoft.com/office/drawing/2014/main" id="{23A0CCE3-8BEF-C8D2-2648-2103B69F2068}"/>
              </a:ext>
            </a:extLst>
          </p:cNvPr>
          <p:cNvSpPr/>
          <p:nvPr/>
        </p:nvSpPr>
        <p:spPr>
          <a:xfrm rot="15962109">
            <a:off x="5986379" y="1883223"/>
            <a:ext cx="859448" cy="1858964"/>
          </a:xfrm>
          <a:prstGeom prst="circular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chemeClr val="tx1"/>
              </a:solidFill>
            </a:endParaRPr>
          </a:p>
        </p:txBody>
      </p:sp>
      <p:sp>
        <p:nvSpPr>
          <p:cNvPr id="12" name="TextBox 11">
            <a:extLst>
              <a:ext uri="{FF2B5EF4-FFF2-40B4-BE49-F238E27FC236}">
                <a16:creationId xmlns:a16="http://schemas.microsoft.com/office/drawing/2014/main" id="{24E479DF-9C46-6BFC-0691-F80F8D0CAAD8}"/>
              </a:ext>
            </a:extLst>
          </p:cNvPr>
          <p:cNvSpPr txBox="1"/>
          <p:nvPr/>
        </p:nvSpPr>
        <p:spPr>
          <a:xfrm>
            <a:off x="3966124" y="2628039"/>
            <a:ext cx="1256754"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t>VQA First!</a:t>
            </a:r>
            <a:endParaRPr lang="en-NL" dirty="0"/>
          </a:p>
        </p:txBody>
      </p:sp>
    </p:spTree>
    <p:extLst>
      <p:ext uri="{BB962C8B-B14F-4D97-AF65-F5344CB8AC3E}">
        <p14:creationId xmlns:p14="http://schemas.microsoft.com/office/powerpoint/2010/main" val="2243059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168FC-20EF-02AC-A437-9A618FFD0AE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BA907E7-CA84-A525-4492-C7F1FB838CB8}"/>
              </a:ext>
            </a:extLst>
          </p:cNvPr>
          <p:cNvSpPr>
            <a:spLocks noGrp="1"/>
          </p:cNvSpPr>
          <p:nvPr>
            <p:ph type="title"/>
          </p:nvPr>
        </p:nvSpPr>
        <p:spPr/>
        <p:txBody>
          <a:bodyPr/>
          <a:lstStyle/>
          <a:p>
            <a:r>
              <a:rPr lang="en-US" dirty="0"/>
              <a:t>Tests</a:t>
            </a:r>
            <a:endParaRPr lang="en-NL" dirty="0"/>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F917951-FDA9-8D3C-643C-DFFC8467C9F9}"/>
                  </a:ext>
                </a:extLst>
              </p:cNvPr>
              <p:cNvSpPr txBox="1"/>
              <p:nvPr/>
            </p:nvSpPr>
            <p:spPr>
              <a:xfrm>
                <a:off x="489791" y="2291482"/>
                <a:ext cx="10793905" cy="4337213"/>
              </a:xfrm>
              <a:prstGeom prst="rect">
                <a:avLst/>
              </a:prstGeom>
              <a:noFill/>
            </p:spPr>
            <p:txBody>
              <a:bodyPr wrap="square" rtlCol="0">
                <a:spAutoFit/>
              </a:bodyPr>
              <a:lstStyle/>
              <a:p>
                <a:r>
                  <a:rPr lang="en-US" b="1" dirty="0"/>
                  <a:t>Test 1 — Fixed qubit count, vary PQC depth</a:t>
                </a:r>
              </a:p>
              <a:p>
                <a:r>
                  <a:rPr lang="en-US" dirty="0"/>
                  <a:t>Evaluate how the expressivity of the parameterized quantum circuit scales by increasing the PQC depth while keeping the number of qubits constant.</a:t>
                </a:r>
              </a:p>
              <a:p>
                <a:r>
                  <a:rPr lang="en-US" b="1" dirty="0"/>
                  <a:t>Test 2 — Fixed </a:t>
                </a:r>
                <a14:m>
                  <m:oMath xmlns:m="http://schemas.openxmlformats.org/officeDocument/2006/math">
                    <m:sSub>
                      <m:sSubPr>
                        <m:ctrlPr>
                          <a:rPr lang="ar-SA" i="1">
                            <a:latin typeface="Cambria Math" panose="02040503050406030204" pitchFamily="18" charset="0"/>
                          </a:rPr>
                        </m:ctrlPr>
                      </m:sSubPr>
                      <m:e>
                        <m:r>
                          <a:rPr lang="ar-SA" i="1">
                            <a:latin typeface="Cambria Math" panose="02040503050406030204" pitchFamily="18" charset="0"/>
                          </a:rPr>
                          <m:t>𝑛</m:t>
                        </m:r>
                      </m:e>
                      <m:sub>
                        <m:r>
                          <m:rPr>
                            <m:nor/>
                          </m:rPr>
                          <a:rPr lang="en-US" i="1"/>
                          <m:t>sys</m:t>
                        </m:r>
                      </m:sub>
                    </m:sSub>
                  </m:oMath>
                </a14:m>
                <a:r>
                  <a:rPr lang="en-US" b="1" dirty="0"/>
                  <a:t>and PQC depth, vary optimization iterations</a:t>
                </a:r>
              </a:p>
              <a:p>
                <a:r>
                  <a:rPr lang="en-US" dirty="0"/>
                  <a:t>Assess convergence behavior by increasing the number of training iterations while keeping the system size and PQC architecture unchanged.</a:t>
                </a:r>
              </a:p>
              <a:p>
                <a:r>
                  <a:rPr lang="en-US" b="1" dirty="0"/>
                  <a:t>Test 3 — Increase </a:t>
                </a:r>
                <a14:m>
                  <m:oMath xmlns:m="http://schemas.openxmlformats.org/officeDocument/2006/math">
                    <m:sSub>
                      <m:sSubPr>
                        <m:ctrlPr>
                          <a:rPr lang="ar-SA" i="1">
                            <a:latin typeface="Cambria Math" panose="02040503050406030204" pitchFamily="18" charset="0"/>
                          </a:rPr>
                        </m:ctrlPr>
                      </m:sSubPr>
                      <m:e>
                        <m:r>
                          <a:rPr lang="ar-SA" i="1">
                            <a:latin typeface="Cambria Math" panose="02040503050406030204" pitchFamily="18" charset="0"/>
                          </a:rPr>
                          <m:t>𝑛</m:t>
                        </m:r>
                      </m:e>
                      <m:sub>
                        <m:r>
                          <m:rPr>
                            <m:nor/>
                          </m:rPr>
                          <a:rPr lang="en-US" i="1"/>
                          <m:t>sys</m:t>
                        </m:r>
                      </m:sub>
                    </m:sSub>
                  </m:oMath>
                </a14:m>
                <a:r>
                  <a:rPr lang="en-US" b="1" dirty="0"/>
                  <a:t>while keeping PQC depth and optimization steps fixed</a:t>
                </a:r>
              </a:p>
              <a:p>
                <a:r>
                  <a:rPr lang="en-US" dirty="0"/>
                  <a:t>Study how the algorithm scales with system size by growing the Hilbert-space dimension and keeping the PQC and optimizer settings constant.</a:t>
                </a:r>
              </a:p>
              <a:p>
                <a:r>
                  <a:rPr lang="en-US" b="1" dirty="0"/>
                  <a:t>Test 4 — Fidelity vs. time under different noise types</a:t>
                </a:r>
              </a:p>
              <a:p>
                <a:r>
                  <a:rPr lang="en-US" dirty="0"/>
                  <a:t>Quantify the robustness of the quantum simulation by computing the state fidelity between noiseless and noisy evolutions across time for various noise models (e.g., depolarizing, amplitude damping, phase damping, thermal relaxation). This evaluates how different physical error mechanisms affect accuracy during time evolution.</a:t>
                </a:r>
              </a:p>
              <a:p>
                <a:endParaRPr lang="en-NL" dirty="0"/>
              </a:p>
            </p:txBody>
          </p:sp>
        </mc:Choice>
        <mc:Fallback xmlns="">
          <p:sp>
            <p:nvSpPr>
              <p:cNvPr id="16" name="TextBox 15">
                <a:extLst>
                  <a:ext uri="{FF2B5EF4-FFF2-40B4-BE49-F238E27FC236}">
                    <a16:creationId xmlns:a16="http://schemas.microsoft.com/office/drawing/2014/main" id="{DF917951-FDA9-8D3C-643C-DFFC8467C9F9}"/>
                  </a:ext>
                </a:extLst>
              </p:cNvPr>
              <p:cNvSpPr txBox="1">
                <a:spLocks noRot="1" noChangeAspect="1" noMove="1" noResize="1" noEditPoints="1" noAdjustHandles="1" noChangeArrowheads="1" noChangeShapeType="1" noTextEdit="1"/>
              </p:cNvSpPr>
              <p:nvPr/>
            </p:nvSpPr>
            <p:spPr>
              <a:xfrm>
                <a:off x="489791" y="2291482"/>
                <a:ext cx="10793905" cy="4337213"/>
              </a:xfrm>
              <a:prstGeom prst="rect">
                <a:avLst/>
              </a:prstGeom>
              <a:blipFill>
                <a:blip r:embed="rId3"/>
                <a:stretch>
                  <a:fillRect l="-452" t="-703" r="-508"/>
                </a:stretch>
              </a:blipFill>
            </p:spPr>
            <p:txBody>
              <a:bodyPr/>
              <a:lstStyle/>
              <a:p>
                <a:r>
                  <a:rPr lang="en-NL">
                    <a:noFill/>
                  </a:rPr>
                  <a:t> </a:t>
                </a:r>
              </a:p>
            </p:txBody>
          </p:sp>
        </mc:Fallback>
      </mc:AlternateContent>
    </p:spTree>
    <p:extLst>
      <p:ext uri="{BB962C8B-B14F-4D97-AF65-F5344CB8AC3E}">
        <p14:creationId xmlns:p14="http://schemas.microsoft.com/office/powerpoint/2010/main" val="28833411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C4F83-7252-7699-0417-806B404F222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AC34486-A546-1F3A-FC90-D012572F1B88}"/>
              </a:ext>
            </a:extLst>
          </p:cNvPr>
          <p:cNvSpPr>
            <a:spLocks noGrp="1"/>
          </p:cNvSpPr>
          <p:nvPr>
            <p:ph type="title"/>
          </p:nvPr>
        </p:nvSpPr>
        <p:spPr/>
        <p:txBody>
          <a:bodyPr>
            <a:normAutofit/>
          </a:bodyPr>
          <a:lstStyle/>
          <a:p>
            <a:r>
              <a:rPr lang="en-US" dirty="0"/>
              <a:t>Test1 - Vary PQC depth</a:t>
            </a:r>
            <a:endParaRPr lang="en-NL" dirty="0"/>
          </a:p>
        </p:txBody>
      </p:sp>
      <p:pic>
        <p:nvPicPr>
          <p:cNvPr id="8" name="Picture 7" descr="A screenshot of a computer screen&#10;&#10;AI-generated content may be incorrect.">
            <a:extLst>
              <a:ext uri="{FF2B5EF4-FFF2-40B4-BE49-F238E27FC236}">
                <a16:creationId xmlns:a16="http://schemas.microsoft.com/office/drawing/2014/main" id="{CD3D1E02-064B-0A5A-27E2-3C7C000C5D3D}"/>
              </a:ext>
            </a:extLst>
          </p:cNvPr>
          <p:cNvPicPr>
            <a:picLocks noChangeAspect="1"/>
          </p:cNvPicPr>
          <p:nvPr/>
        </p:nvPicPr>
        <p:blipFill>
          <a:blip r:embed="rId3"/>
          <a:stretch>
            <a:fillRect/>
          </a:stretch>
        </p:blipFill>
        <p:spPr>
          <a:xfrm>
            <a:off x="515095" y="1550922"/>
            <a:ext cx="10634853" cy="5282972"/>
          </a:xfrm>
          <a:prstGeom prst="rect">
            <a:avLst/>
          </a:prstGeom>
        </p:spPr>
      </p:pic>
      <p:pic>
        <p:nvPicPr>
          <p:cNvPr id="3" name="Picture 2" descr="A screenshot of a computer program&#10;&#10;AI-generated content may be incorrect.">
            <a:extLst>
              <a:ext uri="{FF2B5EF4-FFF2-40B4-BE49-F238E27FC236}">
                <a16:creationId xmlns:a16="http://schemas.microsoft.com/office/drawing/2014/main" id="{E3BC972D-F8A6-21B4-FD1A-B8A89F3954D1}"/>
              </a:ext>
            </a:extLst>
          </p:cNvPr>
          <p:cNvPicPr>
            <a:picLocks noChangeAspect="1"/>
          </p:cNvPicPr>
          <p:nvPr/>
        </p:nvPicPr>
        <p:blipFill>
          <a:blip r:embed="rId4"/>
          <a:stretch>
            <a:fillRect/>
          </a:stretch>
        </p:blipFill>
        <p:spPr>
          <a:xfrm>
            <a:off x="8044712" y="4359743"/>
            <a:ext cx="3000824" cy="2291838"/>
          </a:xfrm>
          <a:prstGeom prst="rect">
            <a:avLst/>
          </a:prstGeom>
        </p:spPr>
      </p:pic>
      <p:pic>
        <p:nvPicPr>
          <p:cNvPr id="6" name="Picture 5" descr="A graph with blue lines&#10;&#10;AI-generated content may be incorrect.">
            <a:extLst>
              <a:ext uri="{FF2B5EF4-FFF2-40B4-BE49-F238E27FC236}">
                <a16:creationId xmlns:a16="http://schemas.microsoft.com/office/drawing/2014/main" id="{B55F119F-84B3-402F-E88D-4FFC54F2C0A8}"/>
              </a:ext>
            </a:extLst>
          </p:cNvPr>
          <p:cNvPicPr>
            <a:picLocks noChangeAspect="1"/>
          </p:cNvPicPr>
          <p:nvPr/>
        </p:nvPicPr>
        <p:blipFill>
          <a:blip r:embed="rId5"/>
          <a:stretch>
            <a:fillRect/>
          </a:stretch>
        </p:blipFill>
        <p:spPr>
          <a:xfrm>
            <a:off x="4209591" y="4502025"/>
            <a:ext cx="3245860" cy="2254230"/>
          </a:xfrm>
          <a:prstGeom prst="rect">
            <a:avLst/>
          </a:prstGeom>
        </p:spPr>
      </p:pic>
      <p:pic>
        <p:nvPicPr>
          <p:cNvPr id="10" name="Picture 9" descr="A screenshot of a computer code&#10;&#10;AI-generated content may be incorrect.">
            <a:extLst>
              <a:ext uri="{FF2B5EF4-FFF2-40B4-BE49-F238E27FC236}">
                <a16:creationId xmlns:a16="http://schemas.microsoft.com/office/drawing/2014/main" id="{5BBBC02D-0805-5A89-FF1C-1BD511C8F409}"/>
              </a:ext>
            </a:extLst>
          </p:cNvPr>
          <p:cNvPicPr>
            <a:picLocks noChangeAspect="1"/>
          </p:cNvPicPr>
          <p:nvPr/>
        </p:nvPicPr>
        <p:blipFill>
          <a:blip r:embed="rId6"/>
          <a:stretch>
            <a:fillRect/>
          </a:stretch>
        </p:blipFill>
        <p:spPr>
          <a:xfrm>
            <a:off x="8291945" y="288743"/>
            <a:ext cx="3671795" cy="1262179"/>
          </a:xfrm>
          <a:prstGeom prst="rect">
            <a:avLst/>
          </a:prstGeom>
        </p:spPr>
      </p:pic>
    </p:spTree>
    <p:extLst>
      <p:ext uri="{BB962C8B-B14F-4D97-AF65-F5344CB8AC3E}">
        <p14:creationId xmlns:p14="http://schemas.microsoft.com/office/powerpoint/2010/main" val="28885666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1B224-344E-9EF7-3163-F40F86E8AB5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7F977D8-8C23-1A79-BD63-F5A7CE0B0BAE}"/>
              </a:ext>
            </a:extLst>
          </p:cNvPr>
          <p:cNvSpPr>
            <a:spLocks noGrp="1"/>
          </p:cNvSpPr>
          <p:nvPr>
            <p:ph type="title"/>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Test2 - Vary optimization iterations</a:t>
            </a:r>
            <a:endParaRPr lang="en-NL" dirty="0"/>
          </a:p>
        </p:txBody>
      </p:sp>
      <p:pic>
        <p:nvPicPr>
          <p:cNvPr id="3" name="Picture 2" descr="A screenshot of a computer screen&#10;&#10;AI-generated content may be incorrect.">
            <a:extLst>
              <a:ext uri="{FF2B5EF4-FFF2-40B4-BE49-F238E27FC236}">
                <a16:creationId xmlns:a16="http://schemas.microsoft.com/office/drawing/2014/main" id="{7B45CF2F-24B1-7E08-F160-F3D70243A350}"/>
              </a:ext>
            </a:extLst>
          </p:cNvPr>
          <p:cNvPicPr>
            <a:picLocks noChangeAspect="1"/>
          </p:cNvPicPr>
          <p:nvPr/>
        </p:nvPicPr>
        <p:blipFill>
          <a:blip r:embed="rId3"/>
          <a:srcRect b="47499"/>
          <a:stretch>
            <a:fillRect/>
          </a:stretch>
        </p:blipFill>
        <p:spPr>
          <a:xfrm>
            <a:off x="1207273" y="1575648"/>
            <a:ext cx="9777453" cy="2549970"/>
          </a:xfrm>
          <a:prstGeom prst="rect">
            <a:avLst/>
          </a:prstGeom>
        </p:spPr>
      </p:pic>
      <p:pic>
        <p:nvPicPr>
          <p:cNvPr id="9" name="Picture 8" descr="A white text with black text&#10;&#10;AI-generated content may be incorrect.">
            <a:extLst>
              <a:ext uri="{FF2B5EF4-FFF2-40B4-BE49-F238E27FC236}">
                <a16:creationId xmlns:a16="http://schemas.microsoft.com/office/drawing/2014/main" id="{68D6EDCF-8F7F-308D-0684-525F8E363685}"/>
              </a:ext>
            </a:extLst>
          </p:cNvPr>
          <p:cNvPicPr>
            <a:picLocks noChangeAspect="1"/>
          </p:cNvPicPr>
          <p:nvPr/>
        </p:nvPicPr>
        <p:blipFill>
          <a:blip r:embed="rId4"/>
          <a:stretch>
            <a:fillRect/>
          </a:stretch>
        </p:blipFill>
        <p:spPr>
          <a:xfrm>
            <a:off x="4175287" y="4125618"/>
            <a:ext cx="4048690" cy="2457793"/>
          </a:xfrm>
          <a:prstGeom prst="rect">
            <a:avLst/>
          </a:prstGeom>
        </p:spPr>
      </p:pic>
    </p:spTree>
    <p:extLst>
      <p:ext uri="{BB962C8B-B14F-4D97-AF65-F5344CB8AC3E}">
        <p14:creationId xmlns:p14="http://schemas.microsoft.com/office/powerpoint/2010/main" val="26720388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662B8-E656-7F7E-72E1-B658B2EB48E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itle 4">
                <a:extLst>
                  <a:ext uri="{FF2B5EF4-FFF2-40B4-BE49-F238E27FC236}">
                    <a16:creationId xmlns:a16="http://schemas.microsoft.com/office/drawing/2014/main" id="{AEB6A1E7-CE90-C63C-F4E4-C9701C34A2AD}"/>
                  </a:ext>
                </a:extLst>
              </p:cNvPr>
              <p:cNvSpPr>
                <a:spLocks noGrp="1"/>
              </p:cNvSpPr>
              <p:nvPr>
                <p:ph type="title"/>
              </p:nvPr>
            </p:nvSpPr>
            <p:spPr/>
            <p:txBody>
              <a:bodyPr>
                <a:normAutofit/>
              </a:bodyPr>
              <a:lstStyle/>
              <a:p>
                <a:r>
                  <a:rPr lang="en-US" dirty="0"/>
                  <a:t>Test3 - Increase </a:t>
                </a:r>
                <a14:m>
                  <m:oMath xmlns:m="http://schemas.openxmlformats.org/officeDocument/2006/math">
                    <m:sSub>
                      <m:sSubPr>
                        <m:ctrlPr>
                          <a:rPr lang="ar-SA" i="1">
                            <a:latin typeface="Cambria Math" panose="02040503050406030204" pitchFamily="18" charset="0"/>
                          </a:rPr>
                        </m:ctrlPr>
                      </m:sSubPr>
                      <m:e>
                        <m:r>
                          <a:rPr lang="ar-SA">
                            <a:latin typeface="Cambria Math" panose="02040503050406030204" pitchFamily="18" charset="0"/>
                          </a:rPr>
                          <m:t>𝑛</m:t>
                        </m:r>
                      </m:e>
                      <m:sub>
                        <m:r>
                          <m:rPr>
                            <m:nor/>
                          </m:rPr>
                          <a:rPr lang="en-US"/>
                          <m:t>sys</m:t>
                        </m:r>
                      </m:sub>
                    </m:sSub>
                  </m:oMath>
                </a14:m>
                <a:endParaRPr lang="en-NL" dirty="0"/>
              </a:p>
            </p:txBody>
          </p:sp>
        </mc:Choice>
        <mc:Fallback xmlns="">
          <p:sp>
            <p:nvSpPr>
              <p:cNvPr id="5" name="Title 4">
                <a:extLst>
                  <a:ext uri="{FF2B5EF4-FFF2-40B4-BE49-F238E27FC236}">
                    <a16:creationId xmlns:a16="http://schemas.microsoft.com/office/drawing/2014/main" id="{AEB6A1E7-CE90-C63C-F4E4-C9701C34A2AD}"/>
                  </a:ext>
                </a:extLst>
              </p:cNvPr>
              <p:cNvSpPr>
                <a:spLocks noGrp="1" noRot="1" noChangeAspect="1" noMove="1" noResize="1" noEditPoints="1" noAdjustHandles="1" noChangeArrowheads="1" noChangeShapeType="1" noTextEdit="1"/>
              </p:cNvSpPr>
              <p:nvPr>
                <p:ph type="title"/>
              </p:nvPr>
            </p:nvSpPr>
            <p:spPr>
              <a:blipFill>
                <a:blip r:embed="rId3"/>
                <a:stretch>
                  <a:fillRect l="-2098"/>
                </a:stretch>
              </a:blipFill>
            </p:spPr>
            <p:txBody>
              <a:bodyPr/>
              <a:lstStyle/>
              <a:p>
                <a:r>
                  <a:rPr lang="en-NL">
                    <a:noFill/>
                  </a:rPr>
                  <a:t> </a:t>
                </a:r>
              </a:p>
            </p:txBody>
          </p:sp>
        </mc:Fallback>
      </mc:AlternateContent>
      <p:pic>
        <p:nvPicPr>
          <p:cNvPr id="3" name="Picture 2" descr="A graph of a number of numbers&#10;&#10;AI-generated content may be incorrect.">
            <a:extLst>
              <a:ext uri="{FF2B5EF4-FFF2-40B4-BE49-F238E27FC236}">
                <a16:creationId xmlns:a16="http://schemas.microsoft.com/office/drawing/2014/main" id="{A02073EC-33D6-5504-4224-571871D6ACB8}"/>
              </a:ext>
            </a:extLst>
          </p:cNvPr>
          <p:cNvPicPr>
            <a:picLocks noChangeAspect="1"/>
          </p:cNvPicPr>
          <p:nvPr/>
        </p:nvPicPr>
        <p:blipFill>
          <a:blip r:embed="rId4"/>
          <a:stretch>
            <a:fillRect/>
          </a:stretch>
        </p:blipFill>
        <p:spPr>
          <a:xfrm>
            <a:off x="394023" y="2093893"/>
            <a:ext cx="7877141" cy="4532161"/>
          </a:xfrm>
          <a:prstGeom prst="rect">
            <a:avLst/>
          </a:prstGeom>
        </p:spPr>
      </p:pic>
      <p:pic>
        <p:nvPicPr>
          <p:cNvPr id="6" name="Picture 5" descr="A white background with black text&#10;&#10;AI-generated content may be incorrect.">
            <a:extLst>
              <a:ext uri="{FF2B5EF4-FFF2-40B4-BE49-F238E27FC236}">
                <a16:creationId xmlns:a16="http://schemas.microsoft.com/office/drawing/2014/main" id="{B99C2211-C895-6B7A-665F-EA9B7D38F565}"/>
              </a:ext>
            </a:extLst>
          </p:cNvPr>
          <p:cNvPicPr>
            <a:picLocks noChangeAspect="1"/>
          </p:cNvPicPr>
          <p:nvPr/>
        </p:nvPicPr>
        <p:blipFill>
          <a:blip r:embed="rId5"/>
          <a:stretch>
            <a:fillRect/>
          </a:stretch>
        </p:blipFill>
        <p:spPr>
          <a:xfrm>
            <a:off x="7776006" y="140995"/>
            <a:ext cx="4163006" cy="1952898"/>
          </a:xfrm>
          <a:prstGeom prst="rect">
            <a:avLst/>
          </a:prstGeom>
        </p:spPr>
      </p:pic>
      <p:pic>
        <p:nvPicPr>
          <p:cNvPr id="8" name="Picture 7" descr="A graph with a line and a blue line&#10;&#10;AI-generated content may be incorrect.">
            <a:extLst>
              <a:ext uri="{FF2B5EF4-FFF2-40B4-BE49-F238E27FC236}">
                <a16:creationId xmlns:a16="http://schemas.microsoft.com/office/drawing/2014/main" id="{6C535C64-1FFB-A098-0466-5FC159B32132}"/>
              </a:ext>
            </a:extLst>
          </p:cNvPr>
          <p:cNvPicPr>
            <a:picLocks noChangeAspect="1"/>
          </p:cNvPicPr>
          <p:nvPr/>
        </p:nvPicPr>
        <p:blipFill>
          <a:blip r:embed="rId6"/>
          <a:stretch>
            <a:fillRect/>
          </a:stretch>
        </p:blipFill>
        <p:spPr>
          <a:xfrm>
            <a:off x="8271164" y="2852737"/>
            <a:ext cx="3723633" cy="2779135"/>
          </a:xfrm>
          <a:prstGeom prst="rect">
            <a:avLst/>
          </a:prstGeom>
        </p:spPr>
      </p:pic>
    </p:spTree>
    <p:extLst>
      <p:ext uri="{BB962C8B-B14F-4D97-AF65-F5344CB8AC3E}">
        <p14:creationId xmlns:p14="http://schemas.microsoft.com/office/powerpoint/2010/main" val="40463888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492FC-ABE5-1D94-95B6-E2802C710C6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408ACC6-08F5-46EA-8095-3B52FFB4F839}"/>
              </a:ext>
            </a:extLst>
          </p:cNvPr>
          <p:cNvSpPr>
            <a:spLocks noGrp="1"/>
          </p:cNvSpPr>
          <p:nvPr>
            <p:ph type="title"/>
          </p:nvPr>
        </p:nvSpPr>
        <p:spPr/>
        <p:txBody>
          <a:bodyPr>
            <a:normAutofit fontScale="90000"/>
          </a:bodyPr>
          <a:lstStyle/>
          <a:p>
            <a:r>
              <a:rPr lang="en-US" dirty="0"/>
              <a:t>Test4 - Fidelity vs. time under different noise types</a:t>
            </a:r>
            <a:endParaRPr lang="en-NL" dirty="0"/>
          </a:p>
        </p:txBody>
      </p:sp>
      <p:pic>
        <p:nvPicPr>
          <p:cNvPr id="3" name="Picture 2" descr="A screenshot of a math test&#10;&#10;AI-generated content may be incorrect.">
            <a:extLst>
              <a:ext uri="{FF2B5EF4-FFF2-40B4-BE49-F238E27FC236}">
                <a16:creationId xmlns:a16="http://schemas.microsoft.com/office/drawing/2014/main" id="{3EE64079-1697-B548-3F13-E8E198D02DC9}"/>
              </a:ext>
            </a:extLst>
          </p:cNvPr>
          <p:cNvPicPr>
            <a:picLocks noChangeAspect="1"/>
          </p:cNvPicPr>
          <p:nvPr/>
        </p:nvPicPr>
        <p:blipFill>
          <a:blip r:embed="rId3"/>
          <a:stretch>
            <a:fillRect/>
          </a:stretch>
        </p:blipFill>
        <p:spPr>
          <a:xfrm>
            <a:off x="12661900" y="-951803"/>
            <a:ext cx="5237594" cy="3873721"/>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82D8B95A-1E8C-4D7C-0991-7F39E72223F4}"/>
              </a:ext>
            </a:extLst>
          </p:cNvPr>
          <p:cNvPicPr>
            <a:picLocks noChangeAspect="1"/>
          </p:cNvPicPr>
          <p:nvPr/>
        </p:nvPicPr>
        <p:blipFill>
          <a:blip r:embed="rId4"/>
          <a:stretch>
            <a:fillRect/>
          </a:stretch>
        </p:blipFill>
        <p:spPr>
          <a:xfrm>
            <a:off x="12580273" y="3130383"/>
            <a:ext cx="5319221" cy="3848433"/>
          </a:xfrm>
          <a:prstGeom prst="rect">
            <a:avLst/>
          </a:prstGeom>
        </p:spPr>
      </p:pic>
      <p:pic>
        <p:nvPicPr>
          <p:cNvPr id="8" name="Picture 7" descr="A graph with a line and a blue dot&#10;&#10;AI-generated content may be incorrect.">
            <a:extLst>
              <a:ext uri="{FF2B5EF4-FFF2-40B4-BE49-F238E27FC236}">
                <a16:creationId xmlns:a16="http://schemas.microsoft.com/office/drawing/2014/main" id="{6C8460CB-DB67-7823-B543-CB3EA829A3B9}"/>
              </a:ext>
            </a:extLst>
          </p:cNvPr>
          <p:cNvPicPr>
            <a:picLocks noChangeAspect="1"/>
          </p:cNvPicPr>
          <p:nvPr/>
        </p:nvPicPr>
        <p:blipFill>
          <a:blip r:embed="rId5"/>
          <a:stretch>
            <a:fillRect/>
          </a:stretch>
        </p:blipFill>
        <p:spPr>
          <a:xfrm>
            <a:off x="6817621" y="1092636"/>
            <a:ext cx="4618475" cy="2945879"/>
          </a:xfrm>
          <a:prstGeom prst="rect">
            <a:avLst/>
          </a:prstGeom>
        </p:spPr>
      </p:pic>
      <p:pic>
        <p:nvPicPr>
          <p:cNvPr id="10" name="Picture 9" descr="A graph with green and blue lines&#10;&#10;AI-generated content may be incorrect.">
            <a:extLst>
              <a:ext uri="{FF2B5EF4-FFF2-40B4-BE49-F238E27FC236}">
                <a16:creationId xmlns:a16="http://schemas.microsoft.com/office/drawing/2014/main" id="{3150BA4C-8779-5D19-DAE9-6EEA272430F7}"/>
              </a:ext>
            </a:extLst>
          </p:cNvPr>
          <p:cNvPicPr>
            <a:picLocks noChangeAspect="1"/>
          </p:cNvPicPr>
          <p:nvPr/>
        </p:nvPicPr>
        <p:blipFill>
          <a:blip r:embed="rId6"/>
          <a:stretch>
            <a:fillRect/>
          </a:stretch>
        </p:blipFill>
        <p:spPr>
          <a:xfrm>
            <a:off x="6826364" y="3917699"/>
            <a:ext cx="4609732" cy="2940301"/>
          </a:xfrm>
          <a:prstGeom prst="rect">
            <a:avLst/>
          </a:prstGeom>
        </p:spPr>
      </p:pic>
      <p:graphicFrame>
        <p:nvGraphicFramePr>
          <p:cNvPr id="11" name="Table 10">
            <a:extLst>
              <a:ext uri="{FF2B5EF4-FFF2-40B4-BE49-F238E27FC236}">
                <a16:creationId xmlns:a16="http://schemas.microsoft.com/office/drawing/2014/main" id="{BD071B6D-0F26-20C5-EBC0-609E360D7477}"/>
              </a:ext>
            </a:extLst>
          </p:cNvPr>
          <p:cNvGraphicFramePr>
            <a:graphicFrameLocks noGrp="1"/>
          </p:cNvGraphicFramePr>
          <p:nvPr>
            <p:extLst>
              <p:ext uri="{D42A27DB-BD31-4B8C-83A1-F6EECF244321}">
                <p14:modId xmlns:p14="http://schemas.microsoft.com/office/powerpoint/2010/main" val="923869354"/>
              </p:ext>
            </p:extLst>
          </p:nvPr>
        </p:nvGraphicFramePr>
        <p:xfrm>
          <a:off x="108064" y="2162334"/>
          <a:ext cx="6718300" cy="3048000"/>
        </p:xfrm>
        <a:graphic>
          <a:graphicData uri="http://schemas.openxmlformats.org/drawingml/2006/table">
            <a:tbl>
              <a:tblPr>
                <a:tableStyleId>{5940675A-B579-460E-94D1-54222C63F5DA}</a:tableStyleId>
              </a:tblPr>
              <a:tblGrid>
                <a:gridCol w="1679575">
                  <a:extLst>
                    <a:ext uri="{9D8B030D-6E8A-4147-A177-3AD203B41FA5}">
                      <a16:colId xmlns:a16="http://schemas.microsoft.com/office/drawing/2014/main" val="763881973"/>
                    </a:ext>
                  </a:extLst>
                </a:gridCol>
                <a:gridCol w="1679575">
                  <a:extLst>
                    <a:ext uri="{9D8B030D-6E8A-4147-A177-3AD203B41FA5}">
                      <a16:colId xmlns:a16="http://schemas.microsoft.com/office/drawing/2014/main" val="1392047042"/>
                    </a:ext>
                  </a:extLst>
                </a:gridCol>
                <a:gridCol w="1679575">
                  <a:extLst>
                    <a:ext uri="{9D8B030D-6E8A-4147-A177-3AD203B41FA5}">
                      <a16:colId xmlns:a16="http://schemas.microsoft.com/office/drawing/2014/main" val="3970199354"/>
                    </a:ext>
                  </a:extLst>
                </a:gridCol>
                <a:gridCol w="1679575">
                  <a:extLst>
                    <a:ext uri="{9D8B030D-6E8A-4147-A177-3AD203B41FA5}">
                      <a16:colId xmlns:a16="http://schemas.microsoft.com/office/drawing/2014/main" val="4207282828"/>
                    </a:ext>
                  </a:extLst>
                </a:gridCol>
              </a:tblGrid>
              <a:tr h="462717">
                <a:tc>
                  <a:txBody>
                    <a:bodyPr/>
                    <a:lstStyle/>
                    <a:p>
                      <a:pPr>
                        <a:buNone/>
                      </a:pPr>
                      <a:r>
                        <a:rPr lang="en-US" sz="1600" b="1" dirty="0"/>
                        <a:t>Noise Type</a:t>
                      </a:r>
                    </a:p>
                  </a:txBody>
                  <a:tcPr anchor="ctr"/>
                </a:tc>
                <a:tc>
                  <a:txBody>
                    <a:bodyPr/>
                    <a:lstStyle/>
                    <a:p>
                      <a:pPr>
                        <a:buNone/>
                      </a:pPr>
                      <a:r>
                        <a:rPr lang="en-US" sz="1600" b="1" dirty="0"/>
                        <a:t>What It Affects</a:t>
                      </a:r>
                    </a:p>
                  </a:txBody>
                  <a:tcPr anchor="ctr"/>
                </a:tc>
                <a:tc>
                  <a:txBody>
                    <a:bodyPr/>
                    <a:lstStyle/>
                    <a:p>
                      <a:pPr>
                        <a:buNone/>
                      </a:pPr>
                      <a:r>
                        <a:rPr lang="en-US" sz="1600" b="1" dirty="0"/>
                        <a:t>Physically Represents</a:t>
                      </a:r>
                    </a:p>
                  </a:txBody>
                  <a:tcPr anchor="ctr"/>
                </a:tc>
                <a:tc>
                  <a:txBody>
                    <a:bodyPr/>
                    <a:lstStyle/>
                    <a:p>
                      <a:pPr>
                        <a:buNone/>
                      </a:pPr>
                      <a:r>
                        <a:rPr lang="en-US" sz="1600" b="1" dirty="0"/>
                        <a:t>Impact on Your Wave Simulation</a:t>
                      </a:r>
                    </a:p>
                  </a:txBody>
                  <a:tcPr anchor="ctr"/>
                </a:tc>
                <a:extLst>
                  <a:ext uri="{0D108BD9-81ED-4DB2-BD59-A6C34878D82A}">
                    <a16:rowId xmlns:a16="http://schemas.microsoft.com/office/drawing/2014/main" val="4228191676"/>
                  </a:ext>
                </a:extLst>
              </a:tr>
              <a:tr h="462717">
                <a:tc>
                  <a:txBody>
                    <a:bodyPr/>
                    <a:lstStyle/>
                    <a:p>
                      <a:pPr>
                        <a:buNone/>
                      </a:pPr>
                      <a:r>
                        <a:rPr lang="en-US" sz="1600" b="1" dirty="0"/>
                        <a:t>Depolarizing</a:t>
                      </a:r>
                    </a:p>
                  </a:txBody>
                  <a:tcPr anchor="ctr"/>
                </a:tc>
                <a:tc>
                  <a:txBody>
                    <a:bodyPr/>
                    <a:lstStyle/>
                    <a:p>
                      <a:pPr>
                        <a:buNone/>
                      </a:pPr>
                      <a:r>
                        <a:rPr lang="en-US" sz="1600" b="0" dirty="0"/>
                        <a:t>Randomizes the whole state</a:t>
                      </a:r>
                    </a:p>
                  </a:txBody>
                  <a:tcPr anchor="ctr"/>
                </a:tc>
                <a:tc>
                  <a:txBody>
                    <a:bodyPr/>
                    <a:lstStyle/>
                    <a:p>
                      <a:pPr>
                        <a:buNone/>
                      </a:pPr>
                      <a:r>
                        <a:rPr lang="en-US" sz="1600" b="0" dirty="0"/>
                        <a:t>Gate errors, hardware instability</a:t>
                      </a:r>
                    </a:p>
                  </a:txBody>
                  <a:tcPr anchor="ctr"/>
                </a:tc>
                <a:tc>
                  <a:txBody>
                    <a:bodyPr/>
                    <a:lstStyle/>
                    <a:p>
                      <a:pPr>
                        <a:buNone/>
                      </a:pPr>
                      <a:r>
                        <a:rPr lang="en-US" sz="1600" b="0"/>
                        <a:t>Strong distortion of </a:t>
                      </a:r>
                      <a:r>
                        <a:rPr lang="el-GR" sz="1600" b="0"/>
                        <a:t>ψ</a:t>
                      </a:r>
                    </a:p>
                  </a:txBody>
                  <a:tcPr anchor="ctr"/>
                </a:tc>
                <a:extLst>
                  <a:ext uri="{0D108BD9-81ED-4DB2-BD59-A6C34878D82A}">
                    <a16:rowId xmlns:a16="http://schemas.microsoft.com/office/drawing/2014/main" val="1258566118"/>
                  </a:ext>
                </a:extLst>
              </a:tr>
              <a:tr h="462717">
                <a:tc>
                  <a:txBody>
                    <a:bodyPr/>
                    <a:lstStyle/>
                    <a:p>
                      <a:pPr>
                        <a:buNone/>
                      </a:pPr>
                      <a:r>
                        <a:rPr lang="en-US" sz="1600" b="1" dirty="0"/>
                        <a:t>Phase Damping</a:t>
                      </a:r>
                    </a:p>
                  </a:txBody>
                  <a:tcPr anchor="ctr"/>
                </a:tc>
                <a:tc>
                  <a:txBody>
                    <a:bodyPr/>
                    <a:lstStyle/>
                    <a:p>
                      <a:pPr>
                        <a:buNone/>
                      </a:pPr>
                      <a:r>
                        <a:rPr lang="en-US" sz="1600" b="0"/>
                        <a:t>Removes phase coherence only</a:t>
                      </a:r>
                    </a:p>
                  </a:txBody>
                  <a:tcPr anchor="ctr"/>
                </a:tc>
                <a:tc>
                  <a:txBody>
                    <a:bodyPr/>
                    <a:lstStyle/>
                    <a:p>
                      <a:pPr>
                        <a:buNone/>
                      </a:pPr>
                      <a:r>
                        <a:rPr lang="en-US" sz="1600" b="0" dirty="0"/>
                        <a:t>T₂ decoherence</a:t>
                      </a:r>
                    </a:p>
                  </a:txBody>
                  <a:tcPr anchor="ctr"/>
                </a:tc>
                <a:tc>
                  <a:txBody>
                    <a:bodyPr/>
                    <a:lstStyle/>
                    <a:p>
                      <a:pPr>
                        <a:buNone/>
                      </a:pPr>
                      <a:r>
                        <a:rPr lang="en-US" sz="1600" b="0" dirty="0"/>
                        <a:t>Minimal impact</a:t>
                      </a:r>
                    </a:p>
                  </a:txBody>
                  <a:tcPr anchor="ctr"/>
                </a:tc>
                <a:extLst>
                  <a:ext uri="{0D108BD9-81ED-4DB2-BD59-A6C34878D82A}">
                    <a16:rowId xmlns:a16="http://schemas.microsoft.com/office/drawing/2014/main" val="3442967460"/>
                  </a:ext>
                </a:extLst>
              </a:tr>
              <a:tr h="462717">
                <a:tc>
                  <a:txBody>
                    <a:bodyPr/>
                    <a:lstStyle/>
                    <a:p>
                      <a:pPr>
                        <a:buNone/>
                      </a:pPr>
                      <a:r>
                        <a:rPr lang="en-US" sz="1600" b="1" dirty="0"/>
                        <a:t>Amplitude Damping</a:t>
                      </a:r>
                    </a:p>
                  </a:txBody>
                  <a:tcPr anchor="ctr"/>
                </a:tc>
                <a:tc>
                  <a:txBody>
                    <a:bodyPr/>
                    <a:lstStyle/>
                    <a:p>
                      <a:pPr>
                        <a:buNone/>
                      </a:pPr>
                      <a:r>
                        <a:rPr lang="en-US" sz="1600" b="0"/>
                        <a:t>Energy loss (1→0)</a:t>
                      </a:r>
                    </a:p>
                  </a:txBody>
                  <a:tcPr anchor="ctr"/>
                </a:tc>
                <a:tc>
                  <a:txBody>
                    <a:bodyPr/>
                    <a:lstStyle/>
                    <a:p>
                      <a:pPr>
                        <a:buNone/>
                      </a:pPr>
                      <a:r>
                        <a:rPr lang="en-US" sz="1600" b="0"/>
                        <a:t>T₁ relaxation</a:t>
                      </a:r>
                    </a:p>
                  </a:txBody>
                  <a:tcPr anchor="ctr"/>
                </a:tc>
                <a:tc>
                  <a:txBody>
                    <a:bodyPr/>
                    <a:lstStyle/>
                    <a:p>
                      <a:pPr>
                        <a:buNone/>
                      </a:pPr>
                      <a:r>
                        <a:rPr lang="en-US" sz="1600" b="0" dirty="0"/>
                        <a:t>Kills wave amplitude over time</a:t>
                      </a:r>
                    </a:p>
                  </a:txBody>
                  <a:tcPr anchor="ctr"/>
                </a:tc>
                <a:extLst>
                  <a:ext uri="{0D108BD9-81ED-4DB2-BD59-A6C34878D82A}">
                    <a16:rowId xmlns:a16="http://schemas.microsoft.com/office/drawing/2014/main" val="2247747723"/>
                  </a:ext>
                </a:extLst>
              </a:tr>
            </a:tbl>
          </a:graphicData>
        </a:graphic>
      </p:graphicFrame>
    </p:spTree>
    <p:extLst>
      <p:ext uri="{BB962C8B-B14F-4D97-AF65-F5344CB8AC3E}">
        <p14:creationId xmlns:p14="http://schemas.microsoft.com/office/powerpoint/2010/main" val="31651283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CA22AA-C7F1-1ADE-8E12-3C02878B2DE2}"/>
              </a:ext>
            </a:extLst>
          </p:cNvPr>
          <p:cNvSpPr>
            <a:spLocks noGrp="1"/>
          </p:cNvSpPr>
          <p:nvPr>
            <p:ph type="dt" sz="half" idx="10"/>
          </p:nvPr>
        </p:nvSpPr>
        <p:spPr/>
        <p:txBody>
          <a:bodyPr/>
          <a:lstStyle/>
          <a:p>
            <a:r>
              <a:rPr lang="en-US"/>
              <a:t>9/4/20XX</a:t>
            </a:r>
            <a:endParaRPr lang="en-US" dirty="0"/>
          </a:p>
        </p:txBody>
      </p:sp>
      <p:sp>
        <p:nvSpPr>
          <p:cNvPr id="3" name="Footer Placeholder 2">
            <a:extLst>
              <a:ext uri="{FF2B5EF4-FFF2-40B4-BE49-F238E27FC236}">
                <a16:creationId xmlns:a16="http://schemas.microsoft.com/office/drawing/2014/main" id="{0CB29188-27C1-E19F-7492-CD3EFBB9A4C2}"/>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85DE8B9-43E5-178A-C5D1-FAF049B50CBC}"/>
              </a:ext>
            </a:extLst>
          </p:cNvPr>
          <p:cNvSpPr>
            <a:spLocks noGrp="1"/>
          </p:cNvSpPr>
          <p:nvPr>
            <p:ph type="sldNum" sz="quarter" idx="12"/>
          </p:nvPr>
        </p:nvSpPr>
        <p:spPr/>
        <p:txBody>
          <a:bodyPr/>
          <a:lstStyle/>
          <a:p>
            <a:fld id="{A65A5C87-DF58-40C8-B092-1DE63DB4547E}" type="slidenum">
              <a:rPr lang="en-US" smtClean="0"/>
              <a:t>26</a:t>
            </a:fld>
            <a:endParaRPr lang="en-US" dirty="0"/>
          </a:p>
        </p:txBody>
      </p:sp>
      <p:pic>
        <p:nvPicPr>
          <p:cNvPr id="6" name="Picture 5" descr="A graph of blue and black lines&#10;&#10;AI-generated content may be incorrect.">
            <a:extLst>
              <a:ext uri="{FF2B5EF4-FFF2-40B4-BE49-F238E27FC236}">
                <a16:creationId xmlns:a16="http://schemas.microsoft.com/office/drawing/2014/main" id="{4FAF7AD8-DC67-01FB-ADC7-7D6DCE52D435}"/>
              </a:ext>
            </a:extLst>
          </p:cNvPr>
          <p:cNvPicPr>
            <a:picLocks noChangeAspect="1"/>
          </p:cNvPicPr>
          <p:nvPr/>
        </p:nvPicPr>
        <p:blipFill>
          <a:blip r:embed="rId2"/>
          <a:stretch>
            <a:fillRect/>
          </a:stretch>
        </p:blipFill>
        <p:spPr>
          <a:xfrm>
            <a:off x="313195" y="0"/>
            <a:ext cx="11565610" cy="6858000"/>
          </a:xfrm>
          <a:prstGeom prst="rect">
            <a:avLst/>
          </a:prstGeom>
        </p:spPr>
      </p:pic>
    </p:spTree>
    <p:extLst>
      <p:ext uri="{BB962C8B-B14F-4D97-AF65-F5344CB8AC3E}">
        <p14:creationId xmlns:p14="http://schemas.microsoft.com/office/powerpoint/2010/main" val="252982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2F89754-84EA-2934-27FE-11F16436005E}"/>
              </a:ext>
            </a:extLst>
          </p:cNvPr>
          <p:cNvSpPr>
            <a:spLocks noGrp="1"/>
          </p:cNvSpPr>
          <p:nvPr>
            <p:ph type="body" idx="1"/>
          </p:nvPr>
        </p:nvSpPr>
        <p:spPr/>
        <p:txBody>
          <a:bodyPr/>
          <a:lstStyle/>
          <a:p>
            <a:r>
              <a:rPr lang="en-US" dirty="0"/>
              <a:t>Status ~</a:t>
            </a:r>
          </a:p>
        </p:txBody>
      </p:sp>
      <p:sp>
        <p:nvSpPr>
          <p:cNvPr id="5" name="Rectangle 4">
            <a:extLst>
              <a:ext uri="{FF2B5EF4-FFF2-40B4-BE49-F238E27FC236}">
                <a16:creationId xmlns:a16="http://schemas.microsoft.com/office/drawing/2014/main" id="{BB091D43-DFE5-DCF4-9DDA-9661C7F70382}"/>
              </a:ext>
            </a:extLst>
          </p:cNvPr>
          <p:cNvSpPr/>
          <p:nvPr/>
        </p:nvSpPr>
        <p:spPr>
          <a:xfrm flipH="1">
            <a:off x="725422" y="534482"/>
            <a:ext cx="7888223" cy="5014263"/>
          </a:xfrm>
          <a:prstGeom prst="rect">
            <a:avLst/>
          </a:prstGeom>
          <a:solidFill>
            <a:schemeClr val="accent3">
              <a:lumMod val="20000"/>
              <a:lumOff val="80000"/>
              <a:alpha val="47843"/>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NL"/>
          </a:p>
        </p:txBody>
      </p:sp>
      <p:sp>
        <p:nvSpPr>
          <p:cNvPr id="4" name="TextBox 3">
            <a:extLst>
              <a:ext uri="{FF2B5EF4-FFF2-40B4-BE49-F238E27FC236}">
                <a16:creationId xmlns:a16="http://schemas.microsoft.com/office/drawing/2014/main" id="{364CB09D-AD4B-6523-A4F4-7275E3AD02D9}"/>
              </a:ext>
            </a:extLst>
          </p:cNvPr>
          <p:cNvSpPr txBox="1"/>
          <p:nvPr/>
        </p:nvSpPr>
        <p:spPr>
          <a:xfrm>
            <a:off x="725424" y="534482"/>
            <a:ext cx="7717536" cy="6186309"/>
          </a:xfrm>
          <a:prstGeom prst="rect">
            <a:avLst/>
          </a:prstGeom>
          <a:noFill/>
        </p:spPr>
        <p:txBody>
          <a:bodyPr wrap="square" rtlCol="0">
            <a:spAutoFit/>
          </a:bodyPr>
          <a:lstStyle/>
          <a:p>
            <a:pPr marL="400050" indent="-400050" algn="just">
              <a:buFont typeface="+mj-lt"/>
              <a:buAutoNum type="romanUcPeriod"/>
            </a:pPr>
            <a:r>
              <a:rPr lang="en-US" dirty="0">
                <a:solidFill>
                  <a:schemeClr val="accent1"/>
                </a:solidFill>
              </a:rPr>
              <a:t>Decoding the Quantum Circuit</a:t>
            </a:r>
          </a:p>
          <a:p>
            <a:pPr marL="365125" lvl="1" indent="-182563" algn="just">
              <a:buFont typeface="Arial" panose="020B0604020202020204" pitchFamily="34" charset="0"/>
              <a:buChar char="•"/>
              <a:tabLst>
                <a:tab pos="533400" algn="l"/>
              </a:tabLst>
            </a:pPr>
            <a:r>
              <a:rPr lang="en-US" dirty="0"/>
              <a:t>Examine how each quantum gate contributes to the 1D wave evolution and how it approximates the underlying continuous dynamics.</a:t>
            </a:r>
          </a:p>
          <a:p>
            <a:pPr marL="365125" lvl="1" indent="-182563" algn="just">
              <a:buFont typeface="Arial" panose="020B0604020202020204" pitchFamily="34" charset="0"/>
              <a:buChar char="•"/>
              <a:tabLst>
                <a:tab pos="533400" algn="l"/>
              </a:tabLst>
            </a:pPr>
            <a:r>
              <a:rPr lang="en-US" dirty="0"/>
              <a:t>Resolve current implementation issues so the gate-based simulation reproduces outcomes consistent with the State vector (ideal) benchmark.</a:t>
            </a:r>
          </a:p>
          <a:p>
            <a:pPr marL="400050" indent="-400050" algn="just">
              <a:buFont typeface="+mj-lt"/>
              <a:buAutoNum type="romanUcPeriod"/>
            </a:pPr>
            <a:r>
              <a:rPr lang="en-US" dirty="0">
                <a:solidFill>
                  <a:schemeClr val="accent1"/>
                </a:solidFill>
              </a:rPr>
              <a:t>Validation and Benchmarking</a:t>
            </a:r>
          </a:p>
          <a:p>
            <a:pPr marL="365125" lvl="1" indent="-182563" algn="just">
              <a:buFont typeface="Arial" panose="020B0604020202020204" pitchFamily="34" charset="0"/>
              <a:buChar char="•"/>
              <a:tabLst>
                <a:tab pos="533400" algn="l"/>
              </a:tabLst>
            </a:pPr>
            <a:r>
              <a:rPr lang="en-US" dirty="0"/>
              <a:t>Compare Quantum Circuit outputs with the State vector reference to identify discrepancies caused by discretization, numerical rounding, or gate sequencing.</a:t>
            </a:r>
          </a:p>
          <a:p>
            <a:pPr marL="365125" lvl="1" indent="-182563" algn="just">
              <a:buFont typeface="Arial" panose="020B0604020202020204" pitchFamily="34" charset="0"/>
              <a:buChar char="•"/>
              <a:tabLst>
                <a:tab pos="533400" algn="l"/>
              </a:tabLst>
            </a:pPr>
            <a:r>
              <a:rPr lang="en-US" dirty="0"/>
              <a:t>Compute state fidelity between noiseless and noisy simulations to quantify the impact of circuit noise on physical accuracy.</a:t>
            </a:r>
          </a:p>
          <a:p>
            <a:pPr marL="400050" indent="-400050" algn="just">
              <a:buFont typeface="+mj-lt"/>
              <a:buAutoNum type="romanUcPeriod"/>
            </a:pPr>
            <a:r>
              <a:rPr lang="en-US" dirty="0">
                <a:solidFill>
                  <a:schemeClr val="accent1"/>
                </a:solidFill>
              </a:rPr>
              <a:t>Incorporating Realistic Noise</a:t>
            </a:r>
          </a:p>
          <a:p>
            <a:pPr marL="365125" lvl="1" indent="-182563" algn="just">
              <a:buFont typeface="Arial" panose="020B0604020202020204" pitchFamily="34" charset="0"/>
              <a:buChar char="•"/>
              <a:tabLst>
                <a:tab pos="533400" algn="l"/>
              </a:tabLst>
            </a:pPr>
            <a:r>
              <a:rPr lang="en-US" dirty="0"/>
              <a:t>Introduce hardware-based or custom noise models using </a:t>
            </a:r>
            <a:r>
              <a:rPr lang="en-US" dirty="0" err="1"/>
              <a:t>Qiskit</a:t>
            </a:r>
            <a:r>
              <a:rPr lang="en-US" dirty="0"/>
              <a:t> Aer to emulate decoherence, gate, and measurement errors.</a:t>
            </a:r>
          </a:p>
          <a:p>
            <a:pPr marL="365125" lvl="1" indent="-182563" algn="just">
              <a:buFont typeface="Arial" panose="020B0604020202020204" pitchFamily="34" charset="0"/>
              <a:buChar char="•"/>
              <a:tabLst>
                <a:tab pos="533400" algn="l"/>
              </a:tabLst>
            </a:pPr>
            <a:r>
              <a:rPr lang="en-US" dirty="0"/>
              <a:t>Analyze error propagation and fidelity degradation across varying circuit depths and time steps to better understand NISQ limitations.</a:t>
            </a:r>
          </a:p>
          <a:p>
            <a:pPr marL="400050" indent="-400050" algn="just">
              <a:buFont typeface="+mj-lt"/>
              <a:buAutoNum type="romanUcPeriod"/>
            </a:pPr>
            <a:r>
              <a:rPr lang="en-US" dirty="0">
                <a:solidFill>
                  <a:schemeClr val="accent1">
                    <a:lumMod val="40000"/>
                    <a:lumOff val="60000"/>
                  </a:schemeClr>
                </a:solidFill>
              </a:rPr>
              <a:t>Optimization Outlook ( bit ambitious? .. )</a:t>
            </a:r>
          </a:p>
          <a:p>
            <a:pPr marL="365125" lvl="1" indent="-182563" algn="just">
              <a:buFont typeface="Arial" panose="020B0604020202020204" pitchFamily="34" charset="0"/>
              <a:buChar char="•"/>
              <a:tabLst>
                <a:tab pos="533400" algn="l"/>
              </a:tabLst>
            </a:pPr>
            <a:r>
              <a:rPr lang="en-US" dirty="0"/>
              <a:t>Use insights from fidelity and noise analysis to refine circuit design, reduce gate depth, and enhance numerical stability—bringing the simulation closer to hardware feasibility.</a:t>
            </a:r>
            <a:endParaRPr lang="en-NL" dirty="0"/>
          </a:p>
        </p:txBody>
      </p:sp>
    </p:spTree>
    <p:extLst>
      <p:ext uri="{BB962C8B-B14F-4D97-AF65-F5344CB8AC3E}">
        <p14:creationId xmlns:p14="http://schemas.microsoft.com/office/powerpoint/2010/main" val="12069770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74ECD3-4A32-D7DE-28D6-4E80FB3CAA10}"/>
              </a:ext>
            </a:extLst>
          </p:cNvPr>
          <p:cNvSpPr>
            <a:spLocks noGrp="1"/>
          </p:cNvSpPr>
          <p:nvPr>
            <p:ph type="dt" sz="half" idx="10"/>
          </p:nvPr>
        </p:nvSpPr>
        <p:spPr/>
        <p:txBody>
          <a:bodyPr/>
          <a:lstStyle/>
          <a:p>
            <a:r>
              <a:rPr lang="en-US"/>
              <a:t>9/4/20XX</a:t>
            </a:r>
            <a:endParaRPr lang="en-US" dirty="0"/>
          </a:p>
        </p:txBody>
      </p:sp>
      <p:sp>
        <p:nvSpPr>
          <p:cNvPr id="3" name="Footer Placeholder 2">
            <a:extLst>
              <a:ext uri="{FF2B5EF4-FFF2-40B4-BE49-F238E27FC236}">
                <a16:creationId xmlns:a16="http://schemas.microsoft.com/office/drawing/2014/main" id="{FC63B7D7-BE92-9A6C-E14D-988D630BE622}"/>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37CE3116-C595-2151-A16E-3E0D27E05B9A}"/>
              </a:ext>
            </a:extLst>
          </p:cNvPr>
          <p:cNvSpPr>
            <a:spLocks noGrp="1"/>
          </p:cNvSpPr>
          <p:nvPr>
            <p:ph type="sldNum" sz="quarter" idx="12"/>
          </p:nvPr>
        </p:nvSpPr>
        <p:spPr/>
        <p:txBody>
          <a:bodyPr/>
          <a:lstStyle/>
          <a:p>
            <a:fld id="{A65A5C87-DF58-40C8-B092-1DE63DB4547E}" type="slidenum">
              <a:rPr lang="en-US" smtClean="0"/>
              <a:t>28</a:t>
            </a:fld>
            <a:endParaRPr lang="en-US" dirty="0"/>
          </a:p>
        </p:txBody>
      </p:sp>
      <p:sp>
        <p:nvSpPr>
          <p:cNvPr id="5" name="TextBox 4">
            <a:extLst>
              <a:ext uri="{FF2B5EF4-FFF2-40B4-BE49-F238E27FC236}">
                <a16:creationId xmlns:a16="http://schemas.microsoft.com/office/drawing/2014/main" id="{6401C9CD-7685-A5CA-E2F0-2619B6762573}"/>
              </a:ext>
            </a:extLst>
          </p:cNvPr>
          <p:cNvSpPr txBox="1"/>
          <p:nvPr/>
        </p:nvSpPr>
        <p:spPr>
          <a:xfrm>
            <a:off x="216176" y="136525"/>
            <a:ext cx="8202610" cy="369332"/>
          </a:xfrm>
          <a:prstGeom prst="rect">
            <a:avLst/>
          </a:prstGeom>
          <a:noFill/>
        </p:spPr>
        <p:txBody>
          <a:bodyPr wrap="square">
            <a:spAutoFit/>
          </a:bodyPr>
          <a:lstStyle/>
          <a:p>
            <a:r>
              <a:rPr lang="en-US" b="1" dirty="0"/>
              <a:t>Confusion! ~ </a:t>
            </a:r>
            <a:endParaRPr lang="en-NL" dirty="0"/>
          </a:p>
        </p:txBody>
      </p:sp>
      <p:pic>
        <p:nvPicPr>
          <p:cNvPr id="9" name="Picture 8">
            <a:extLst>
              <a:ext uri="{FF2B5EF4-FFF2-40B4-BE49-F238E27FC236}">
                <a16:creationId xmlns:a16="http://schemas.microsoft.com/office/drawing/2014/main" id="{742D5D2E-F687-7CD6-509B-6D9F54A839CB}"/>
              </a:ext>
            </a:extLst>
          </p:cNvPr>
          <p:cNvPicPr>
            <a:picLocks noChangeAspect="1"/>
          </p:cNvPicPr>
          <p:nvPr/>
        </p:nvPicPr>
        <p:blipFill>
          <a:blip r:embed="rId2"/>
          <a:stretch>
            <a:fillRect/>
          </a:stretch>
        </p:blipFill>
        <p:spPr>
          <a:xfrm>
            <a:off x="908913" y="1366549"/>
            <a:ext cx="10374173" cy="4124901"/>
          </a:xfrm>
          <a:prstGeom prst="rect">
            <a:avLst/>
          </a:prstGeom>
        </p:spPr>
      </p:pic>
    </p:spTree>
    <p:extLst>
      <p:ext uri="{BB962C8B-B14F-4D97-AF65-F5344CB8AC3E}">
        <p14:creationId xmlns:p14="http://schemas.microsoft.com/office/powerpoint/2010/main" val="11282706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4114" name="Rectangle 4113">
            <a:extLst>
              <a:ext uri="{FF2B5EF4-FFF2-40B4-BE49-F238E27FC236}">
                <a16:creationId xmlns:a16="http://schemas.microsoft.com/office/drawing/2014/main" id="{12E8CD4E-6381-4807-AA5B-CE0024A8BE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4116" name="Rectangle 4115">
            <a:extLst>
              <a:ext uri="{FF2B5EF4-FFF2-40B4-BE49-F238E27FC236}">
                <a16:creationId xmlns:a16="http://schemas.microsoft.com/office/drawing/2014/main" id="{7C6A4DDC-3049-4FEA-B9FF-CBCF8B277B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5509" y="548417"/>
            <a:ext cx="7491158" cy="57611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Gill Sans MT" panose="020B0502020104020203"/>
            </a:endParaRPr>
          </a:p>
        </p:txBody>
      </p:sp>
      <p:pic>
        <p:nvPicPr>
          <p:cNvPr id="5" name="Picture 2" descr="Quantum logic gate - Wikipedia">
            <a:extLst>
              <a:ext uri="{FF2B5EF4-FFF2-40B4-BE49-F238E27FC236}">
                <a16:creationId xmlns:a16="http://schemas.microsoft.com/office/drawing/2014/main" id="{D32C91D4-B350-30C5-DE49-78CB95C826B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242562" y="1031016"/>
            <a:ext cx="3913852" cy="4817049"/>
          </a:xfrm>
          <a:prstGeom prst="rect">
            <a:avLst/>
          </a:prstGeom>
          <a:noFill/>
          <a:extLst>
            <a:ext uri="{909E8E84-426E-40DD-AFC4-6F175D3DCCD1}">
              <a14:hiddenFill xmlns:a14="http://schemas.microsoft.com/office/drawing/2010/main">
                <a:solidFill>
                  <a:srgbClr val="FFFFFF"/>
                </a:solidFill>
              </a14:hiddenFill>
            </a:ext>
          </a:extLst>
        </p:spPr>
      </p:pic>
      <p:sp>
        <p:nvSpPr>
          <p:cNvPr id="4118" name="Rectangle 4117">
            <a:extLst>
              <a:ext uri="{FF2B5EF4-FFF2-40B4-BE49-F238E27FC236}">
                <a16:creationId xmlns:a16="http://schemas.microsoft.com/office/drawing/2014/main" id="{87BCB2CF-F2CE-43B5-93CB-386479577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1041" y="548418"/>
            <a:ext cx="3704425" cy="186831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Gill Sans MT" panose="020B0502020104020203"/>
            </a:endParaRPr>
          </a:p>
        </p:txBody>
      </p:sp>
      <p:pic>
        <p:nvPicPr>
          <p:cNvPr id="1028" name="Picture 4" descr="Quantum Circuit for the generation of the seven-qubit genuinely... |  Download Scientific Diagram">
            <a:extLst>
              <a:ext uri="{FF2B5EF4-FFF2-40B4-BE49-F238E27FC236}">
                <a16:creationId xmlns:a16="http://schemas.microsoft.com/office/drawing/2014/main" id="{74CEFC4C-9325-85FF-4FFB-3632DD25D96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201902" y="765741"/>
            <a:ext cx="3372838" cy="143366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D29EA101-0CAA-E3A8-51A0-4A0C8849BA0F}"/>
              </a:ext>
            </a:extLst>
          </p:cNvPr>
          <p:cNvPicPr>
            <a:picLocks noChangeAspect="1"/>
          </p:cNvPicPr>
          <p:nvPr/>
        </p:nvPicPr>
        <p:blipFill>
          <a:blip r:embed="rId4"/>
          <a:stretch>
            <a:fillRect/>
          </a:stretch>
        </p:blipFill>
        <p:spPr>
          <a:xfrm>
            <a:off x="8201902" y="2883334"/>
            <a:ext cx="3372838" cy="1121468"/>
          </a:xfrm>
          <a:prstGeom prst="rect">
            <a:avLst/>
          </a:prstGeom>
        </p:spPr>
      </p:pic>
      <p:sp>
        <p:nvSpPr>
          <p:cNvPr id="4120" name="Rectangle 4119">
            <a:extLst>
              <a:ext uri="{FF2B5EF4-FFF2-40B4-BE49-F238E27FC236}">
                <a16:creationId xmlns:a16="http://schemas.microsoft.com/office/drawing/2014/main" id="{2C68A941-4039-4496-9008-274182DFFE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1041" y="2529926"/>
            <a:ext cx="3704425" cy="18276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Gill Sans MT" panose="020B0502020104020203"/>
            </a:endParaRPr>
          </a:p>
        </p:txBody>
      </p:sp>
      <p:pic>
        <p:nvPicPr>
          <p:cNvPr id="4098" name="Picture 2" descr="The Bloch Sphere - Intro to Quantum Software Development">
            <a:extLst>
              <a:ext uri="{FF2B5EF4-FFF2-40B4-BE49-F238E27FC236}">
                <a16:creationId xmlns:a16="http://schemas.microsoft.com/office/drawing/2014/main" id="{9DC8DA97-4314-1E11-19EC-84F4A917BF0C}"/>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8910778" y="4606119"/>
            <a:ext cx="1955085" cy="1554293"/>
          </a:xfrm>
          <a:prstGeom prst="rect">
            <a:avLst/>
          </a:prstGeom>
          <a:noFill/>
          <a:extLst>
            <a:ext uri="{909E8E84-426E-40DD-AFC4-6F175D3DCCD1}">
              <a14:hiddenFill xmlns:a14="http://schemas.microsoft.com/office/drawing/2010/main">
                <a:solidFill>
                  <a:srgbClr val="FFFFFF"/>
                </a:solidFill>
              </a14:hiddenFill>
            </a:ext>
          </a:extLst>
        </p:spPr>
      </p:pic>
      <p:sp>
        <p:nvSpPr>
          <p:cNvPr id="4122" name="Rectangle 4121">
            <a:extLst>
              <a:ext uri="{FF2B5EF4-FFF2-40B4-BE49-F238E27FC236}">
                <a16:creationId xmlns:a16="http://schemas.microsoft.com/office/drawing/2014/main" id="{878B897E-FBB2-4D71-AA1C-3C4DA4A26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54214" y="4441273"/>
            <a:ext cx="3704425" cy="186831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Gill Sans MT" panose="020B0502020104020203"/>
            </a:endParaRPr>
          </a:p>
        </p:txBody>
      </p:sp>
      <p:sp>
        <p:nvSpPr>
          <p:cNvPr id="2" name="Date Placeholder 1">
            <a:extLst>
              <a:ext uri="{FF2B5EF4-FFF2-40B4-BE49-F238E27FC236}">
                <a16:creationId xmlns:a16="http://schemas.microsoft.com/office/drawing/2014/main" id="{ED56AF0A-E98D-714C-68BB-7AFF9CE9B2B4}"/>
              </a:ext>
            </a:extLst>
          </p:cNvPr>
          <p:cNvSpPr>
            <a:spLocks noGrp="1"/>
          </p:cNvSpPr>
          <p:nvPr>
            <p:ph type="dt" sz="half" idx="10"/>
          </p:nvPr>
        </p:nvSpPr>
        <p:spPr>
          <a:xfrm>
            <a:off x="838200" y="6356350"/>
            <a:ext cx="2743200" cy="365125"/>
          </a:xfrm>
        </p:spPr>
        <p:txBody>
          <a:bodyPr>
            <a:normAutofit/>
          </a:bodyPr>
          <a:lstStyle/>
          <a:p>
            <a:pPr>
              <a:spcAft>
                <a:spcPts val="600"/>
              </a:spcAft>
            </a:pPr>
            <a:r>
              <a:rPr lang="en-US"/>
              <a:t>9/4/20XX</a:t>
            </a:r>
          </a:p>
        </p:txBody>
      </p:sp>
      <p:sp>
        <p:nvSpPr>
          <p:cNvPr id="3" name="Footer Placeholder 2">
            <a:extLst>
              <a:ext uri="{FF2B5EF4-FFF2-40B4-BE49-F238E27FC236}">
                <a16:creationId xmlns:a16="http://schemas.microsoft.com/office/drawing/2014/main" id="{122C6AB8-CF3F-6BB7-A332-BC3672D46E70}"/>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t>Presentation Title</a:t>
            </a:r>
          </a:p>
        </p:txBody>
      </p:sp>
      <p:sp>
        <p:nvSpPr>
          <p:cNvPr id="4" name="Slide Number Placeholder 3">
            <a:extLst>
              <a:ext uri="{FF2B5EF4-FFF2-40B4-BE49-F238E27FC236}">
                <a16:creationId xmlns:a16="http://schemas.microsoft.com/office/drawing/2014/main" id="{51591BCE-1BA7-1C72-AE6B-D6EAF11A8044}"/>
              </a:ext>
            </a:extLst>
          </p:cNvPr>
          <p:cNvSpPr>
            <a:spLocks noGrp="1"/>
          </p:cNvSpPr>
          <p:nvPr>
            <p:ph type="sldNum" sz="quarter" idx="12"/>
          </p:nvPr>
        </p:nvSpPr>
        <p:spPr>
          <a:xfrm>
            <a:off x="8610600" y="6356350"/>
            <a:ext cx="2743200" cy="365125"/>
          </a:xfrm>
        </p:spPr>
        <p:txBody>
          <a:bodyPr>
            <a:normAutofit/>
          </a:bodyPr>
          <a:lstStyle/>
          <a:p>
            <a:pPr>
              <a:spcAft>
                <a:spcPts val="600"/>
              </a:spcAft>
            </a:pPr>
            <a:fld id="{A65A5C87-DF58-40C8-B092-1DE63DB4547E}" type="slidenum">
              <a:rPr lang="en-US" smtClean="0"/>
              <a:pPr>
                <a:spcAft>
                  <a:spcPts val="600"/>
                </a:spcAft>
              </a:pPr>
              <a:t>29</a:t>
            </a:fld>
            <a:endParaRPr lang="en-US"/>
          </a:p>
        </p:txBody>
      </p:sp>
    </p:spTree>
    <p:extLst>
      <p:ext uri="{BB962C8B-B14F-4D97-AF65-F5344CB8AC3E}">
        <p14:creationId xmlns:p14="http://schemas.microsoft.com/office/powerpoint/2010/main" val="790788428"/>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927DC71-2909-427C-BDB0-3E47E2101517}">
  <ds:schemaRefs>
    <ds:schemaRef ds:uri="http://schemas.microsoft.com/sharepoint/v3/contenttype/forms"/>
  </ds:schemaRefs>
</ds:datastoreItem>
</file>

<file path=customXml/itemProps2.xml><?xml version="1.0" encoding="utf-8"?>
<ds:datastoreItem xmlns:ds="http://schemas.openxmlformats.org/officeDocument/2006/customXml" ds:itemID="{1DF0A252-5923-47A2-A53A-F9BF729089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90D7697-8E53-4EA8-8CBB-9C19575257BF}">
  <ds:schemaRefs>
    <ds:schemaRef ds:uri="http://purl.org/dc/dcmitype/"/>
    <ds:schemaRef ds:uri="http://schemas.microsoft.com/office/2006/documentManagement/types"/>
    <ds:schemaRef ds:uri="http://purl.org/dc/terms/"/>
    <ds:schemaRef ds:uri="http://schemas.microsoft.com/office/2006/metadata/properties"/>
    <ds:schemaRef ds:uri="71af3243-3dd4-4a8d-8c0d-dd76da1f02a5"/>
    <ds:schemaRef ds:uri="http://www.w3.org/XML/1998/namespace"/>
    <ds:schemaRef ds:uri="http://purl.org/dc/elements/1.1/"/>
    <ds:schemaRef ds:uri="http://schemas.microsoft.com/office/infopath/2007/PartnerControls"/>
    <ds:schemaRef ds:uri="http://schemas.openxmlformats.org/package/2006/metadata/core-properties"/>
    <ds:schemaRef ds:uri="16c05727-aa75-4e4a-9b5f-8a80a1165891"/>
  </ds:schemaRefs>
</ds:datastoreItem>
</file>

<file path=docProps/app.xml><?xml version="1.0" encoding="utf-8"?>
<Properties xmlns="http://schemas.openxmlformats.org/officeDocument/2006/extended-properties" xmlns:vt="http://schemas.openxmlformats.org/officeDocument/2006/docPropsVTypes">
  <Template>AccentBox presentation</Template>
  <TotalTime>0</TotalTime>
  <Words>835</Words>
  <Application>Microsoft Office PowerPoint</Application>
  <PresentationFormat>Widescreen</PresentationFormat>
  <Paragraphs>115</Paragraphs>
  <Slides>29</Slides>
  <Notes>10</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Avenir Next LT Pro</vt:lpstr>
      <vt:lpstr>Calibri</vt:lpstr>
      <vt:lpstr>Cambria Math</vt:lpstr>
      <vt:lpstr>Gill Sans MT</vt:lpstr>
      <vt:lpstr>Segoe UI</vt:lpstr>
      <vt:lpstr>AccentBoxVTI</vt:lpstr>
      <vt:lpstr>Seismic Wave Propagation &amp; Forward Simulation Advances in Quantum</vt:lpstr>
      <vt:lpstr>Agenda </vt:lpstr>
      <vt:lpstr>Objective </vt:lpstr>
      <vt:lpstr>Full Pipeline Map — Quantum Simulation of the 1D Wave 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Tests</vt:lpstr>
      <vt:lpstr>Test1 - Vary PQC depth</vt:lpstr>
      <vt:lpstr>Test2 - Vary optimization iterations</vt:lpstr>
      <vt:lpstr>Test3 - Increase n_"sys" </vt:lpstr>
      <vt:lpstr>Test4 - Fidelity vs. time under different noise types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Amnah Essam Samarin (C4IR)</dc:creator>
  <cp:lastModifiedBy>Amnah Essam Samarin (C4IR)</cp:lastModifiedBy>
  <cp:revision>96</cp:revision>
  <dcterms:created xsi:type="dcterms:W3CDTF">2025-10-05T11:19:41Z</dcterms:created>
  <dcterms:modified xsi:type="dcterms:W3CDTF">2025-12-11T14:42:11Z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